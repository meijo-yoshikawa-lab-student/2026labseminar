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Lst>
  <p:notesMasterIdLst>
    <p:notesMasterId r:id="rId15"/>
  </p:notesMasterIdLst>
  <p:sldIdLst>
    <p:sldId id="282" r:id="rId2"/>
    <p:sldId id="284" r:id="rId3"/>
    <p:sldId id="306" r:id="rId4"/>
    <p:sldId id="307" r:id="rId5"/>
    <p:sldId id="308" r:id="rId6"/>
    <p:sldId id="309" r:id="rId7"/>
    <p:sldId id="310" r:id="rId8"/>
    <p:sldId id="311" r:id="rId9"/>
    <p:sldId id="312" r:id="rId10"/>
    <p:sldId id="313" r:id="rId11"/>
    <p:sldId id="314" r:id="rId12"/>
    <p:sldId id="315" r:id="rId13"/>
    <p:sldId id="316" r:id="rId14"/>
  </p:sldIdLst>
  <p:sldSz cx="12192000" cy="6858000"/>
  <p:notesSz cx="6807200" cy="99456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0D424F"/>
    <a:srgbClr val="4D4D4D"/>
    <a:srgbClr val="D5EED0"/>
    <a:srgbClr val="808080"/>
    <a:srgbClr val="4B4B4B"/>
    <a:srgbClr val="4646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87749" autoAdjust="0"/>
  </p:normalViewPr>
  <p:slideViewPr>
    <p:cSldViewPr snapToGrid="0" showGuides="1">
      <p:cViewPr varScale="1">
        <p:scale>
          <a:sx n="93" d="100"/>
          <a:sy n="93" d="100"/>
        </p:scale>
        <p:origin x="1104" y="90"/>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42" d="100"/>
          <a:sy n="42" d="100"/>
        </p:scale>
        <p:origin x="2824"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0"/>
            <a:ext cx="2949786" cy="499011"/>
          </a:xfrm>
          <a:prstGeom prst="rect">
            <a:avLst/>
          </a:prstGeom>
        </p:spPr>
        <p:txBody>
          <a:bodyPr vert="horz" lIns="91494" tIns="45747" rIns="91494" bIns="45747"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41" y="0"/>
            <a:ext cx="2949786" cy="499011"/>
          </a:xfrm>
          <a:prstGeom prst="rect">
            <a:avLst/>
          </a:prstGeom>
        </p:spPr>
        <p:txBody>
          <a:bodyPr vert="horz" lIns="91494" tIns="45747" rIns="91494" bIns="45747" rtlCol="0"/>
          <a:lstStyle>
            <a:lvl1pPr algn="r">
              <a:defRPr sz="1200"/>
            </a:lvl1pPr>
          </a:lstStyle>
          <a:p>
            <a:fld id="{6DB0B487-9B10-489D-8C64-38391C8BCC93}" type="datetimeFigureOut">
              <a:rPr kumimoji="1" lang="ja-JP" altLang="en-US" smtClean="0"/>
              <a:t>2026/6/3</a:t>
            </a:fld>
            <a:endParaRPr kumimoji="1" lang="ja-JP" altLang="en-US"/>
          </a:p>
        </p:txBody>
      </p:sp>
      <p:sp>
        <p:nvSpPr>
          <p:cNvPr id="4" name="スライド イメージ プレースホルダー 3"/>
          <p:cNvSpPr>
            <a:spLocks noGrp="1" noRot="1" noChangeAspect="1"/>
          </p:cNvSpPr>
          <p:nvPr>
            <p:ph type="sldImg" idx="2"/>
          </p:nvPr>
        </p:nvSpPr>
        <p:spPr>
          <a:xfrm>
            <a:off x="422275" y="1244600"/>
            <a:ext cx="5964238" cy="3354388"/>
          </a:xfrm>
          <a:prstGeom prst="rect">
            <a:avLst/>
          </a:prstGeom>
          <a:noFill/>
          <a:ln w="12700">
            <a:solidFill>
              <a:prstClr val="black"/>
            </a:solidFill>
          </a:ln>
        </p:spPr>
        <p:txBody>
          <a:bodyPr vert="horz" lIns="91494" tIns="45747" rIns="91494" bIns="45747" rtlCol="0" anchor="ctr"/>
          <a:lstStyle/>
          <a:p>
            <a:endParaRPr lang="ja-JP" altLang="en-US"/>
          </a:p>
        </p:txBody>
      </p:sp>
      <p:sp>
        <p:nvSpPr>
          <p:cNvPr id="5" name="ノート プレースホルダー 4"/>
          <p:cNvSpPr>
            <a:spLocks noGrp="1"/>
          </p:cNvSpPr>
          <p:nvPr>
            <p:ph type="body" sz="quarter" idx="3"/>
          </p:nvPr>
        </p:nvSpPr>
        <p:spPr>
          <a:xfrm>
            <a:off x="680720" y="4786363"/>
            <a:ext cx="5445760" cy="3916114"/>
          </a:xfrm>
          <a:prstGeom prst="rect">
            <a:avLst/>
          </a:prstGeom>
        </p:spPr>
        <p:txBody>
          <a:bodyPr vert="horz" lIns="91494" tIns="45747" rIns="91494" bIns="45747"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2" y="9446678"/>
            <a:ext cx="2949786" cy="499010"/>
          </a:xfrm>
          <a:prstGeom prst="rect">
            <a:avLst/>
          </a:prstGeom>
        </p:spPr>
        <p:txBody>
          <a:bodyPr vert="horz" lIns="91494" tIns="45747" rIns="91494" bIns="45747"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41" y="9446678"/>
            <a:ext cx="2949786" cy="499010"/>
          </a:xfrm>
          <a:prstGeom prst="rect">
            <a:avLst/>
          </a:prstGeom>
        </p:spPr>
        <p:txBody>
          <a:bodyPr vert="horz" lIns="91494" tIns="45747" rIns="91494" bIns="45747" rtlCol="0" anchor="b"/>
          <a:lstStyle>
            <a:lvl1pPr algn="r">
              <a:defRPr sz="1200"/>
            </a:lvl1pPr>
          </a:lstStyle>
          <a:p>
            <a:fld id="{08838B57-4CEF-4B25-A02D-D677DE0FF845}" type="slidenum">
              <a:rPr kumimoji="1" lang="ja-JP" altLang="en-US" smtClean="0"/>
              <a:t>‹#›</a:t>
            </a:fld>
            <a:endParaRPr kumimoji="1" lang="ja-JP" altLang="en-US"/>
          </a:p>
        </p:txBody>
      </p:sp>
    </p:spTree>
    <p:extLst>
      <p:ext uri="{BB962C8B-B14F-4D97-AF65-F5344CB8AC3E}">
        <p14:creationId xmlns:p14="http://schemas.microsoft.com/office/powerpoint/2010/main" val="6427734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UD デジタル 教科書体 NP-R" panose="02020400000000000000" pitchFamily="18" charset="-128"/>
        <a:ea typeface="UD デジタル 教科書体 NP-R" panose="02020400000000000000" pitchFamily="18" charset="-128"/>
        <a:cs typeface="+mn-cs"/>
      </a:defRPr>
    </a:lvl1pPr>
    <a:lvl2pPr marL="457200" algn="l" defTabSz="914400" rtl="0" eaLnBrk="1" latinLnBrk="0" hangingPunct="1">
      <a:defRPr kumimoji="1" sz="1200" kern="1200">
        <a:solidFill>
          <a:schemeClr val="tx1"/>
        </a:solidFill>
        <a:latin typeface="UD デジタル 教科書体 NP-R" panose="02020400000000000000" pitchFamily="18" charset="-128"/>
        <a:ea typeface="UD デジタル 教科書体 NP-R" panose="02020400000000000000" pitchFamily="18" charset="-128"/>
        <a:cs typeface="+mn-cs"/>
      </a:defRPr>
    </a:lvl2pPr>
    <a:lvl3pPr marL="914400" algn="l" defTabSz="914400" rtl="0" eaLnBrk="1" latinLnBrk="0" hangingPunct="1">
      <a:defRPr kumimoji="1" sz="1200" kern="1200">
        <a:solidFill>
          <a:schemeClr val="tx1"/>
        </a:solidFill>
        <a:latin typeface="UD デジタル 教科書体 NP-R" panose="02020400000000000000" pitchFamily="18" charset="-128"/>
        <a:ea typeface="UD デジタル 教科書体 NP-R" panose="02020400000000000000" pitchFamily="18" charset="-128"/>
        <a:cs typeface="+mn-cs"/>
      </a:defRPr>
    </a:lvl3pPr>
    <a:lvl4pPr marL="1371600" algn="l" defTabSz="914400" rtl="0" eaLnBrk="1" latinLnBrk="0" hangingPunct="1">
      <a:defRPr kumimoji="1" sz="1200" kern="1200">
        <a:solidFill>
          <a:schemeClr val="tx1"/>
        </a:solidFill>
        <a:latin typeface="UD デジタル 教科書体 NP-R" panose="02020400000000000000" pitchFamily="18" charset="-128"/>
        <a:ea typeface="UD デジタル 教科書体 NP-R" panose="02020400000000000000" pitchFamily="18" charset="-128"/>
        <a:cs typeface="+mn-cs"/>
      </a:defRPr>
    </a:lvl4pPr>
    <a:lvl5pPr marL="1828800" algn="l" defTabSz="914400" rtl="0" eaLnBrk="1" latinLnBrk="0" hangingPunct="1">
      <a:defRPr kumimoji="1" sz="1200" kern="1200">
        <a:solidFill>
          <a:schemeClr val="tx1"/>
        </a:solidFill>
        <a:latin typeface="UD デジタル 教科書体 NP-R" panose="02020400000000000000" pitchFamily="18" charset="-128"/>
        <a:ea typeface="UD デジタル 教科書体 NP-R" panose="02020400000000000000"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33" userDrawn="1">
          <p15:clr>
            <a:srgbClr val="F26B43"/>
          </p15:clr>
        </p15:guide>
        <p15:guide id="2" pos="2143"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C6511-490C-D5EC-5521-19BD9E8652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A65EEA-05C4-8EA2-05BD-B136A30773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9E4FE5C-A410-8121-FC86-B86F7333F8F6}"/>
              </a:ext>
            </a:extLst>
          </p:cNvPr>
          <p:cNvSpPr>
            <a:spLocks noGrp="1"/>
          </p:cNvSpPr>
          <p:nvPr>
            <p:ph type="body" idx="1"/>
          </p:nvPr>
        </p:nvSpPr>
        <p:spPr/>
        <p:txBody>
          <a:bodyPr/>
          <a:lstStyle/>
          <a:p>
            <a:r>
              <a:rPr lang="ja-JP" altLang="en-US" dirty="0"/>
              <a:t>吉川研究室</a:t>
            </a:r>
            <a:r>
              <a:rPr lang="en-US" altLang="ja-JP" dirty="0"/>
              <a:t>M2</a:t>
            </a:r>
            <a:r>
              <a:rPr lang="ja-JP" altLang="en-US" dirty="0"/>
              <a:t>の東條です。今日は私の研究テーマでもある「連合学習（</a:t>
            </a:r>
            <a:r>
              <a:rPr lang="en-US" altLang="ja-JP" dirty="0"/>
              <a:t>Federated Learning</a:t>
            </a:r>
            <a:r>
              <a:rPr lang="ja-JP" altLang="en-US" dirty="0"/>
              <a:t>）」について、その仕組みとこの研究室で取り組んでいる具体的な内容について紹介します。</a:t>
            </a:r>
            <a:endParaRPr kumimoji="1" lang="ja-JP" altLang="en-US" dirty="0"/>
          </a:p>
        </p:txBody>
      </p:sp>
      <p:sp>
        <p:nvSpPr>
          <p:cNvPr id="4" name="スライド番号プレースホルダー 3">
            <a:extLst>
              <a:ext uri="{FF2B5EF4-FFF2-40B4-BE49-F238E27FC236}">
                <a16:creationId xmlns:a16="http://schemas.microsoft.com/office/drawing/2014/main" id="{8A8B203D-E675-7E1F-308A-7139FCF65D7A}"/>
              </a:ext>
            </a:extLst>
          </p:cNvPr>
          <p:cNvSpPr>
            <a:spLocks noGrp="1"/>
          </p:cNvSpPr>
          <p:nvPr>
            <p:ph type="sldNum" sz="quarter" idx="5"/>
          </p:nvPr>
        </p:nvSpPr>
        <p:spPr/>
        <p:txBody>
          <a:bodyPr/>
          <a:lstStyle/>
          <a:p>
            <a:fld id="{08838B57-4CEF-4B25-A02D-D677DE0FF845}" type="slidenum">
              <a:rPr kumimoji="1" lang="ja-JP" altLang="en-US" smtClean="0"/>
              <a:t>0</a:t>
            </a:fld>
            <a:endParaRPr kumimoji="1" lang="ja-JP" altLang="en-US"/>
          </a:p>
        </p:txBody>
      </p:sp>
    </p:spTree>
    <p:extLst>
      <p:ext uri="{BB962C8B-B14F-4D97-AF65-F5344CB8AC3E}">
        <p14:creationId xmlns:p14="http://schemas.microsoft.com/office/powerpoint/2010/main" val="1104020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まず、一言で「連合学習」とは何かというと、「データを共有せずに、複数人で協力して</a:t>
            </a:r>
            <a:r>
              <a:rPr lang="en-US" altLang="ja-JP" dirty="0"/>
              <a:t>AI</a:t>
            </a:r>
            <a:r>
              <a:rPr lang="ja-JP" altLang="en-US" dirty="0"/>
              <a:t>モデルを開発する手法」です。</a:t>
            </a:r>
            <a:endParaRPr lang="en-US" altLang="ja-JP" dirty="0"/>
          </a:p>
          <a:p>
            <a:endParaRPr lang="en-US" altLang="ja-JP" dirty="0"/>
          </a:p>
          <a:p>
            <a:r>
              <a:rPr lang="ja-JP" altLang="en-US" dirty="0"/>
              <a:t>従来の</a:t>
            </a:r>
            <a:r>
              <a:rPr lang="en-US" altLang="ja-JP" dirty="0"/>
              <a:t>AI</a:t>
            </a:r>
            <a:r>
              <a:rPr lang="ja-JP" altLang="en-US" dirty="0"/>
              <a:t>開発、つまり「集中学習」では、スマートフォンや</a:t>
            </a:r>
            <a:r>
              <a:rPr lang="en-US" altLang="ja-JP" dirty="0"/>
              <a:t>PC</a:t>
            </a:r>
            <a:r>
              <a:rPr lang="ja-JP" altLang="en-US" dirty="0"/>
              <a:t>などの端末にあるデータを、一つの強大な中央サーバにすべて吸い上げて、そのサーバのコンピュータのある企業や個人で学習させていました。 </a:t>
            </a:r>
            <a:endParaRPr lang="en-US" altLang="ja-JP" dirty="0"/>
          </a:p>
          <a:p>
            <a:endParaRPr lang="en-US" altLang="ja-JP" dirty="0"/>
          </a:p>
          <a:p>
            <a:r>
              <a:rPr lang="ja-JP" altLang="en-US" dirty="0"/>
              <a:t>しかし、連合学習では「データは集めず、モデル（脳みそ）だけを集約する」というアプローチをとります。</a:t>
            </a:r>
            <a:endParaRPr lang="en-US" altLang="ja-JP" dirty="0"/>
          </a:p>
          <a:p>
            <a:endParaRPr lang="en-US" altLang="ja-JP" dirty="0"/>
          </a:p>
          <a:p>
            <a:r>
              <a:rPr lang="ja-JP" altLang="en-US" dirty="0"/>
              <a:t>これによってどんなメリットが出てくるのかをこれから説明していきます。</a:t>
            </a:r>
            <a:endParaRPr lang="en-US" altLang="ja-JP" dirty="0"/>
          </a:p>
          <a:p>
            <a:endParaRPr lang="en-US" altLang="ja-JP" dirty="0"/>
          </a:p>
          <a:p>
            <a:r>
              <a:rPr lang="ja-JP" altLang="en-US" dirty="0"/>
              <a:t>「一言で言うと、**</a:t>
            </a:r>
            <a:r>
              <a:rPr lang="en-US" altLang="ja-JP" dirty="0"/>
              <a:t>『</a:t>
            </a:r>
            <a:r>
              <a:rPr lang="ja-JP" altLang="en-US" dirty="0"/>
              <a:t>データを一箇所に集めずに、みんなで協力して賢い</a:t>
            </a:r>
            <a:r>
              <a:rPr lang="en-US" altLang="ja-JP" dirty="0"/>
              <a:t>AI</a:t>
            </a:r>
            <a:r>
              <a:rPr lang="ja-JP" altLang="en-US" dirty="0"/>
              <a:t>を作る技術</a:t>
            </a:r>
            <a:r>
              <a:rPr lang="en-US" altLang="ja-JP" dirty="0"/>
              <a:t>』**</a:t>
            </a:r>
            <a:r>
              <a:rPr lang="ja-JP" altLang="en-US" dirty="0"/>
              <a:t>です。</a:t>
            </a:r>
          </a:p>
          <a:p>
            <a:r>
              <a:rPr lang="ja-JP" altLang="en-US" dirty="0"/>
              <a:t>従来の</a:t>
            </a:r>
            <a:r>
              <a:rPr lang="en-US" altLang="ja-JP" dirty="0"/>
              <a:t>AI</a:t>
            </a:r>
            <a:r>
              <a:rPr lang="ja-JP" altLang="en-US" dirty="0"/>
              <a:t>は、データを全部サーバーにコピーして学習していました。でも連合学習は違います。データは皆さんの手元の</a:t>
            </a:r>
            <a:r>
              <a:rPr lang="en-US" altLang="ja-JP" dirty="0"/>
              <a:t>PC</a:t>
            </a:r>
            <a:r>
              <a:rPr lang="ja-JP" altLang="en-US" dirty="0"/>
              <a:t>やスマホから一歩も外に出ません。 代わりに、</a:t>
            </a:r>
            <a:r>
              <a:rPr lang="en-US" altLang="ja-JP" dirty="0"/>
              <a:t>AI</a:t>
            </a:r>
            <a:r>
              <a:rPr lang="ja-JP" altLang="en-US" dirty="0"/>
              <a:t>の</a:t>
            </a:r>
            <a:r>
              <a:rPr lang="en-US" altLang="ja-JP" dirty="0"/>
              <a:t>『</a:t>
            </a:r>
            <a:r>
              <a:rPr lang="ja-JP" altLang="en-US" dirty="0"/>
              <a:t>モデル（脳みそ）</a:t>
            </a:r>
            <a:r>
              <a:rPr lang="en-US" altLang="ja-JP" dirty="0"/>
              <a:t>』</a:t>
            </a:r>
            <a:r>
              <a:rPr lang="ja-JP" altLang="en-US" dirty="0"/>
              <a:t>の方が皆さんの手元に来て、そこで勉強して、賢くなった</a:t>
            </a:r>
            <a:r>
              <a:rPr lang="en-US" altLang="ja-JP" dirty="0"/>
              <a:t>『</a:t>
            </a:r>
            <a:r>
              <a:rPr lang="ja-JP" altLang="en-US" dirty="0"/>
              <a:t>成果</a:t>
            </a:r>
            <a:r>
              <a:rPr lang="en-US" altLang="ja-JP" dirty="0"/>
              <a:t>』</a:t>
            </a:r>
            <a:r>
              <a:rPr lang="ja-JP" altLang="en-US" dirty="0"/>
              <a:t>だけをサーバーに持ち帰ります。 つまり、</a:t>
            </a:r>
            <a:r>
              <a:rPr lang="ja-JP" altLang="en-US" b="1" dirty="0"/>
              <a:t>データは動かさず、モデルを動かす</a:t>
            </a:r>
            <a:r>
              <a:rPr lang="ja-JP" altLang="en-US" dirty="0"/>
              <a:t>。これが連合学習の最大の特徴です。」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08838B57-4CEF-4B25-A02D-D677DE0FF845}" type="slidenum">
              <a:rPr kumimoji="1" lang="ja-JP" altLang="en-US" smtClean="0"/>
              <a:t>1</a:t>
            </a:fld>
            <a:endParaRPr kumimoji="1" lang="ja-JP" altLang="en-US"/>
          </a:p>
        </p:txBody>
      </p:sp>
    </p:spTree>
    <p:extLst>
      <p:ext uri="{BB962C8B-B14F-4D97-AF65-F5344CB8AC3E}">
        <p14:creationId xmlns:p14="http://schemas.microsoft.com/office/powerpoint/2010/main" val="3815281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「では、なぜ連合学習が必要なのか。その理由は**</a:t>
            </a:r>
            <a:r>
              <a:rPr lang="en-US" altLang="ja-JP" dirty="0"/>
              <a:t>『AI</a:t>
            </a:r>
            <a:r>
              <a:rPr lang="ja-JP" altLang="en-US" dirty="0"/>
              <a:t>をもっと賢くしたいから</a:t>
            </a:r>
            <a:r>
              <a:rPr lang="en-US" altLang="ja-JP" dirty="0"/>
              <a:t>』**</a:t>
            </a:r>
            <a:r>
              <a:rPr lang="ja-JP" altLang="en-US" dirty="0"/>
              <a:t>という、シンプルな欲求にあります。</a:t>
            </a:r>
          </a:p>
          <a:p>
            <a:r>
              <a:rPr lang="ja-JP" altLang="en-US" dirty="0"/>
              <a:t>皆さんも授業で習ったかもしれませんが、ディープラーニングの精度は、基本的に学習データの量で決まります。データがあればあるほど賢くなる。これが鉄則です。</a:t>
            </a:r>
            <a:endParaRPr lang="en-US" altLang="ja-JP" dirty="0"/>
          </a:p>
          <a:p>
            <a:r>
              <a:rPr lang="ja-JP" altLang="en-US" dirty="0"/>
              <a:t>精度の高いモデルは、自動運転であれば交通事故の防止に、顔認証技術であればセキュリティの向上に、病院では患者の</a:t>
            </a:r>
            <a:r>
              <a:rPr lang="ja-JP" altLang="en-US"/>
              <a:t>病気の、</a:t>
            </a:r>
            <a:r>
              <a:rPr lang="ja-JP" altLang="en-US" dirty="0"/>
              <a:t>と企業の営利的なメリットだけでなく、社会的にも求められるものになっています。</a:t>
            </a:r>
            <a:endParaRPr lang="en-US" altLang="ja-JP" dirty="0"/>
          </a:p>
          <a:p>
            <a:endParaRPr lang="ja-JP" altLang="en-US" dirty="0"/>
          </a:p>
          <a:p>
            <a:r>
              <a:rPr lang="ja-JP" altLang="en-US" dirty="0"/>
              <a:t>しかし、ここで問題が起きます。</a:t>
            </a:r>
            <a:r>
              <a:rPr lang="ja-JP" altLang="en-US" b="1" dirty="0"/>
              <a:t>一社、あるいは一つの病院が集められるデータ量なんて、たかが知れている</a:t>
            </a:r>
            <a:r>
              <a:rPr lang="ja-JP" altLang="en-US" dirty="0"/>
              <a:t>ということです。</a:t>
            </a:r>
          </a:p>
          <a:p>
            <a:r>
              <a:rPr lang="ja-JP" altLang="en-US" dirty="0"/>
              <a:t>例えば、希少な病気を発見する</a:t>
            </a:r>
            <a:r>
              <a:rPr lang="en-US" altLang="ja-JP" dirty="0"/>
              <a:t>AI</a:t>
            </a:r>
            <a:r>
              <a:rPr lang="ja-JP" altLang="en-US" dirty="0"/>
              <a:t>を作りたいとします。一つの病院だけでは、その症例データは数件しか集まらないかもしれません。これでは精度の高い</a:t>
            </a:r>
            <a:r>
              <a:rPr lang="en-US" altLang="ja-JP" dirty="0"/>
              <a:t>AI</a:t>
            </a:r>
            <a:r>
              <a:rPr lang="ja-JP" altLang="en-US" dirty="0"/>
              <a:t>は作れません。 でも、もし日本中の病院、あるいは世界中の病院が協力してデータを持ち寄れたらどうでしょう？ データは何万件にもなり、</a:t>
            </a:r>
            <a:r>
              <a:rPr lang="en-US" altLang="ja-JP" dirty="0"/>
              <a:t>AI</a:t>
            </a:r>
            <a:r>
              <a:rPr lang="ja-JP" altLang="en-US" dirty="0"/>
              <a:t>の精度は劇的に向上するはずです。</a:t>
            </a:r>
          </a:p>
          <a:p>
            <a:r>
              <a:rPr lang="ja-JP" altLang="en-US" dirty="0"/>
              <a:t>つまり、</a:t>
            </a:r>
            <a:r>
              <a:rPr lang="ja-JP" altLang="en-US" b="1" dirty="0"/>
              <a:t>これからの</a:t>
            </a:r>
            <a:r>
              <a:rPr lang="en-US" altLang="ja-JP" b="1" dirty="0"/>
              <a:t>AI</a:t>
            </a:r>
            <a:r>
              <a:rPr lang="ja-JP" altLang="en-US" b="1" dirty="0"/>
              <a:t>開発は</a:t>
            </a:r>
            <a:r>
              <a:rPr lang="en-US" altLang="ja-JP" b="1" dirty="0"/>
              <a:t>『</a:t>
            </a:r>
            <a:r>
              <a:rPr lang="ja-JP" altLang="en-US" b="1" dirty="0"/>
              <a:t>単独</a:t>
            </a:r>
            <a:r>
              <a:rPr lang="en-US" altLang="ja-JP" b="1" dirty="0"/>
              <a:t>』</a:t>
            </a:r>
            <a:r>
              <a:rPr lang="ja-JP" altLang="en-US" b="1" dirty="0"/>
              <a:t>ではなく</a:t>
            </a:r>
            <a:r>
              <a:rPr lang="en-US" altLang="ja-JP" b="1" dirty="0"/>
              <a:t>『</a:t>
            </a:r>
            <a:r>
              <a:rPr lang="ja-JP" altLang="en-US" b="1" dirty="0"/>
              <a:t>協力</a:t>
            </a:r>
            <a:r>
              <a:rPr lang="en-US" altLang="ja-JP" b="1" dirty="0"/>
              <a:t>』</a:t>
            </a:r>
            <a:r>
              <a:rPr lang="ja-JP" altLang="en-US" b="1" dirty="0"/>
              <a:t>が必須条件</a:t>
            </a:r>
            <a:r>
              <a:rPr lang="ja-JP" altLang="en-US" dirty="0"/>
              <a:t>になります。</a:t>
            </a:r>
          </a:p>
          <a:p>
            <a:r>
              <a:rPr lang="ja-JP" altLang="en-US" dirty="0"/>
              <a:t>ですが、先ほど言ったように</a:t>
            </a:r>
            <a:r>
              <a:rPr lang="en-US" altLang="ja-JP" dirty="0"/>
              <a:t>『</a:t>
            </a:r>
            <a:r>
              <a:rPr lang="ja-JP" altLang="en-US" dirty="0"/>
              <a:t>データを渡す</a:t>
            </a:r>
            <a:r>
              <a:rPr lang="en-US" altLang="ja-JP" dirty="0"/>
              <a:t>』</a:t>
            </a:r>
            <a:r>
              <a:rPr lang="ja-JP" altLang="en-US" dirty="0"/>
              <a:t>ことはできません。 </a:t>
            </a:r>
            <a:r>
              <a:rPr lang="en-US" altLang="ja-JP" dirty="0"/>
              <a:t>『</a:t>
            </a:r>
            <a:r>
              <a:rPr lang="ja-JP" altLang="en-US" dirty="0"/>
              <a:t>協力はしたい。でもデータは見せられない</a:t>
            </a:r>
            <a:r>
              <a:rPr lang="en-US" altLang="ja-JP" dirty="0"/>
              <a:t>』 </a:t>
            </a:r>
            <a:r>
              <a:rPr lang="ja-JP" altLang="en-US" dirty="0"/>
              <a:t>このジレンマを解消し、</a:t>
            </a:r>
            <a:r>
              <a:rPr lang="ja-JP" altLang="en-US" b="1" dirty="0"/>
              <a:t>データを守ったまま組織間の協力を可能にする</a:t>
            </a:r>
            <a:r>
              <a:rPr lang="ja-JP" altLang="en-US" dirty="0"/>
              <a:t>のが、連合学習なんです。」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08838B57-4CEF-4B25-A02D-D677DE0FF845}" type="slidenum">
              <a:rPr kumimoji="1" lang="ja-JP" altLang="en-US" smtClean="0"/>
              <a:t>2</a:t>
            </a:fld>
            <a:endParaRPr kumimoji="1" lang="ja-JP" altLang="en-US"/>
          </a:p>
        </p:txBody>
      </p:sp>
    </p:spTree>
    <p:extLst>
      <p:ext uri="{BB962C8B-B14F-4D97-AF65-F5344CB8AC3E}">
        <p14:creationId xmlns:p14="http://schemas.microsoft.com/office/powerpoint/2010/main" val="1763132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イメージは合体ロボ</a:t>
            </a:r>
          </a:p>
        </p:txBody>
      </p:sp>
      <p:sp>
        <p:nvSpPr>
          <p:cNvPr id="4" name="スライド番号プレースホルダー 3"/>
          <p:cNvSpPr>
            <a:spLocks noGrp="1"/>
          </p:cNvSpPr>
          <p:nvPr>
            <p:ph type="sldNum" sz="quarter" idx="5"/>
          </p:nvPr>
        </p:nvSpPr>
        <p:spPr/>
        <p:txBody>
          <a:bodyPr/>
          <a:lstStyle/>
          <a:p>
            <a:fld id="{08838B57-4CEF-4B25-A02D-D677DE0FF845}" type="slidenum">
              <a:rPr kumimoji="1" lang="ja-JP" altLang="en-US" smtClean="0"/>
              <a:t>9</a:t>
            </a:fld>
            <a:endParaRPr kumimoji="1" lang="ja-JP" altLang="en-US"/>
          </a:p>
        </p:txBody>
      </p:sp>
    </p:spTree>
    <p:extLst>
      <p:ext uri="{BB962C8B-B14F-4D97-AF65-F5344CB8AC3E}">
        <p14:creationId xmlns:p14="http://schemas.microsoft.com/office/powerpoint/2010/main" val="1056440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どちらが優れている、というのはない</a:t>
            </a:r>
          </a:p>
        </p:txBody>
      </p:sp>
      <p:sp>
        <p:nvSpPr>
          <p:cNvPr id="4" name="スライド番号プレースホルダー 3"/>
          <p:cNvSpPr>
            <a:spLocks noGrp="1"/>
          </p:cNvSpPr>
          <p:nvPr>
            <p:ph type="sldNum" sz="quarter" idx="5"/>
          </p:nvPr>
        </p:nvSpPr>
        <p:spPr/>
        <p:txBody>
          <a:bodyPr/>
          <a:lstStyle/>
          <a:p>
            <a:fld id="{08838B57-4CEF-4B25-A02D-D677DE0FF845}" type="slidenum">
              <a:rPr kumimoji="1" lang="ja-JP" altLang="en-US" smtClean="0"/>
              <a:t>10</a:t>
            </a:fld>
            <a:endParaRPr kumimoji="1" lang="ja-JP" altLang="en-US"/>
          </a:p>
        </p:txBody>
      </p:sp>
    </p:spTree>
    <p:extLst>
      <p:ext uri="{BB962C8B-B14F-4D97-AF65-F5344CB8AC3E}">
        <p14:creationId xmlns:p14="http://schemas.microsoft.com/office/powerpoint/2010/main" val="1527216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8838B57-4CEF-4B25-A02D-D677DE0FF845}" type="slidenum">
              <a:rPr kumimoji="1" lang="ja-JP" altLang="en-US" smtClean="0"/>
              <a:t>12</a:t>
            </a:fld>
            <a:endParaRPr kumimoji="1" lang="ja-JP" altLang="en-US"/>
          </a:p>
        </p:txBody>
      </p:sp>
    </p:spTree>
    <p:extLst>
      <p:ext uri="{BB962C8B-B14F-4D97-AF65-F5344CB8AC3E}">
        <p14:creationId xmlns:p14="http://schemas.microsoft.com/office/powerpoint/2010/main" val="8969791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 name="直角三角形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latin typeface="Times New Roman" panose="02020603050405020304" pitchFamily="18" charset="0"/>
              <a:cs typeface="Times New Roman" panose="02020603050405020304" pitchFamily="18" charset="0"/>
            </a:endParaRPr>
          </a:p>
        </p:txBody>
      </p:sp>
      <p:sp>
        <p:nvSpPr>
          <p:cNvPr id="9" name="タイトル 8"/>
          <p:cNvSpPr>
            <a:spLocks noGrp="1"/>
          </p:cNvSpPr>
          <p:nvPr>
            <p:ph type="ctrTitle"/>
          </p:nvPr>
        </p:nvSpPr>
        <p:spPr>
          <a:xfrm>
            <a:off x="914400" y="1752606"/>
            <a:ext cx="10363200" cy="1829761"/>
          </a:xfrm>
        </p:spPr>
        <p:txBody>
          <a:bodyPr vert="horz" anchor="b">
            <a:normAutofit/>
            <a:scene3d>
              <a:camera prst="orthographicFront"/>
              <a:lightRig rig="soft" dir="t"/>
            </a:scene3d>
            <a:sp3d prstMaterial="softEdge">
              <a:bevelT w="25400" h="25400"/>
            </a:sp3d>
          </a:bodyPr>
          <a:lstStyle>
            <a:lvl1pPr algn="r">
              <a:defRPr sz="3600" b="1">
                <a:solidFill>
                  <a:schemeClr val="tx2"/>
                </a:solidFill>
                <a:effectLst>
                  <a:outerShdw blurRad="31750" dist="25400" dir="5400000" algn="tl" rotWithShape="0">
                    <a:srgbClr val="000000">
                      <a:alpha val="25000"/>
                    </a:srgbClr>
                  </a:outerShdw>
                </a:effectLst>
                <a:latin typeface="Times New Roman" panose="02020603050405020304" pitchFamily="18" charset="0"/>
                <a:cs typeface="Times New Roman" panose="02020603050405020304" pitchFamily="18" charset="0"/>
              </a:defRPr>
            </a:lvl1pPr>
            <a:extLst/>
          </a:lstStyle>
          <a:p>
            <a:r>
              <a:rPr kumimoji="0" lang="ja-JP" altLang="en-US"/>
              <a:t>マスター タイトルの書式設定</a:t>
            </a:r>
            <a:endParaRPr kumimoji="0" lang="en-US"/>
          </a:p>
        </p:txBody>
      </p:sp>
      <p:sp>
        <p:nvSpPr>
          <p:cNvPr id="17" name="サブタイトル 16"/>
          <p:cNvSpPr>
            <a:spLocks noGrp="1"/>
          </p:cNvSpPr>
          <p:nvPr>
            <p:ph type="subTitle" idx="1"/>
          </p:nvPr>
        </p:nvSpPr>
        <p:spPr>
          <a:xfrm>
            <a:off x="914400" y="3611607"/>
            <a:ext cx="10363200" cy="1199704"/>
          </a:xfrm>
        </p:spPr>
        <p:txBody>
          <a:bodyPr lIns="45720" rIns="45720"/>
          <a:lstStyle>
            <a:lvl1pPr marL="0" marR="48006" indent="0" algn="r">
              <a:buNone/>
              <a:defRPr>
                <a:solidFill>
                  <a:schemeClr val="tx2"/>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extLst/>
          </a:lstStyle>
          <a:p>
            <a:r>
              <a:rPr kumimoji="0" lang="ja-JP" altLang="en-US" dirty="0"/>
              <a:t>マスター サブタイトルの書式設定</a:t>
            </a:r>
            <a:endParaRPr kumimoji="0" lang="en-US" dirty="0"/>
          </a:p>
        </p:txBody>
      </p:sp>
      <p:grpSp>
        <p:nvGrpSpPr>
          <p:cNvPr id="2" name="グループ化 1"/>
          <p:cNvGrpSpPr/>
          <p:nvPr/>
        </p:nvGrpSpPr>
        <p:grpSpPr>
          <a:xfrm>
            <a:off x="-5018" y="4953000"/>
            <a:ext cx="12197020" cy="1912088"/>
            <a:chOff x="-3765" y="4832896"/>
            <a:chExt cx="9147765" cy="2032192"/>
          </a:xfrm>
        </p:grpSpPr>
        <p:sp>
          <p:nvSpPr>
            <p:cNvPr id="7" name="フリーフォーム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350">
                <a:latin typeface="Times New Roman" panose="02020603050405020304" pitchFamily="18" charset="0"/>
                <a:cs typeface="Times New Roman" panose="02020603050405020304" pitchFamily="18" charset="0"/>
              </a:endParaRPr>
            </a:p>
          </p:txBody>
        </p:sp>
        <p:sp>
          <p:nvSpPr>
            <p:cNvPr id="8" name="フリーフォーム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350">
                <a:latin typeface="Times New Roman" panose="02020603050405020304" pitchFamily="18" charset="0"/>
                <a:cs typeface="Times New Roman" panose="02020603050405020304" pitchFamily="18" charset="0"/>
              </a:endParaRPr>
            </a:p>
          </p:txBody>
        </p:sp>
        <p:sp>
          <p:nvSpPr>
            <p:cNvPr id="11" name="フリーフォーム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350">
                <a:latin typeface="Times New Roman" panose="02020603050405020304" pitchFamily="18" charset="0"/>
                <a:cs typeface="Times New Roman" panose="02020603050405020304" pitchFamily="18" charset="0"/>
              </a:endParaRPr>
            </a:p>
          </p:txBody>
        </p:sp>
        <p:cxnSp>
          <p:nvCxnSpPr>
            <p:cNvPr id="12" name="直線コネクタ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付プレースホルダー 29"/>
          <p:cNvSpPr>
            <a:spLocks noGrp="1"/>
          </p:cNvSpPr>
          <p:nvPr>
            <p:ph type="dt" sz="half" idx="10"/>
          </p:nvPr>
        </p:nvSpPr>
        <p:spPr/>
        <p:txBody>
          <a:bodyPr/>
          <a:lstStyle>
            <a:lvl1pPr>
              <a:defRPr>
                <a:solidFill>
                  <a:srgbClr val="FFFFFF"/>
                </a:solidFill>
                <a:latin typeface="Times New Roman" panose="02020603050405020304" pitchFamily="18" charset="0"/>
                <a:cs typeface="Times New Roman" panose="02020603050405020304" pitchFamily="18" charset="0"/>
              </a:defRPr>
            </a:lvl1pPr>
            <a:extLst/>
          </a:lstStyle>
          <a:p>
            <a:fld id="{B51FEAD1-1FD2-4B73-AA47-08669B1C494A}" type="datetimeFigureOut">
              <a:rPr kumimoji="1" lang="ja-JP" altLang="en-US" smtClean="0"/>
              <a:t>2026/6/3</a:t>
            </a:fld>
            <a:endParaRPr kumimoji="1" lang="ja-JP" altLang="en-US"/>
          </a:p>
        </p:txBody>
      </p:sp>
      <p:sp>
        <p:nvSpPr>
          <p:cNvPr id="19" name="フッター プレースホルダー 18"/>
          <p:cNvSpPr>
            <a:spLocks noGrp="1"/>
          </p:cNvSpPr>
          <p:nvPr>
            <p:ph type="ftr" sz="quarter" idx="11"/>
          </p:nvPr>
        </p:nvSpPr>
        <p:spPr/>
        <p:txBody>
          <a:bodyPr/>
          <a:lstStyle>
            <a:lvl1pPr>
              <a:defRPr>
                <a:solidFill>
                  <a:schemeClr val="accent1">
                    <a:tint val="20000"/>
                  </a:schemeClr>
                </a:solidFill>
                <a:latin typeface="Times New Roman" panose="02020603050405020304" pitchFamily="18" charset="0"/>
                <a:cs typeface="Times New Roman" panose="02020603050405020304" pitchFamily="18" charset="0"/>
              </a:defRPr>
            </a:lvl1pPr>
            <a:extLst/>
          </a:lstStyle>
          <a:p>
            <a:endParaRPr kumimoji="1" lang="ja-JP" altLang="en-US"/>
          </a:p>
        </p:txBody>
      </p:sp>
      <p:sp>
        <p:nvSpPr>
          <p:cNvPr id="27" name="スライド番号プレースホルダー 26"/>
          <p:cNvSpPr>
            <a:spLocks noGrp="1"/>
          </p:cNvSpPr>
          <p:nvPr>
            <p:ph type="sldNum" sz="quarter" idx="12"/>
          </p:nvPr>
        </p:nvSpPr>
        <p:spPr/>
        <p:txBody>
          <a:bodyPr/>
          <a:lstStyle>
            <a:lvl1pPr>
              <a:defRPr>
                <a:solidFill>
                  <a:srgbClr val="FFFFFF"/>
                </a:solidFill>
                <a:latin typeface="Times New Roman" panose="02020603050405020304" pitchFamily="18" charset="0"/>
                <a:cs typeface="Times New Roman" panose="02020603050405020304" pitchFamily="18" charset="0"/>
              </a:defRPr>
            </a:lvl1pPr>
            <a:extLst/>
          </a:lstStyle>
          <a:p>
            <a:fld id="{9F64745C-3F12-42C6-85D1-C2BB3405CFE5}" type="slidenum">
              <a:rPr kumimoji="1" lang="ja-JP" altLang="en-US" smtClean="0"/>
              <a:t>‹#›</a:t>
            </a:fld>
            <a:endParaRPr kumimoji="1" lang="ja-JP" altLang="en-US"/>
          </a:p>
        </p:txBody>
      </p:sp>
      <p:sp>
        <p:nvSpPr>
          <p:cNvPr id="13" name="フッター プレースホルダ 8"/>
          <p:cNvSpPr txBox="1">
            <a:spLocks/>
          </p:cNvSpPr>
          <p:nvPr/>
        </p:nvSpPr>
        <p:spPr>
          <a:xfrm>
            <a:off x="2" y="6472114"/>
            <a:ext cx="2831639" cy="393846"/>
          </a:xfrm>
          <a:prstGeom prst="rect">
            <a:avLst/>
          </a:prstGeom>
        </p:spPr>
        <p:txBody>
          <a:bodyPr vert="horz" anchor="b"/>
          <a:lstStyle>
            <a:defPPr>
              <a:defRPr lang="ja-JP"/>
            </a:defPPr>
            <a:lvl1pPr marL="0" algn="r" defTabSz="914400" rtl="0" eaLnBrk="1" latinLnBrk="0" hangingPunct="1">
              <a:defRPr kumimoji="0" sz="10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900" b="0" dirty="0">
                <a:solidFill>
                  <a:schemeClr val="bg1"/>
                </a:solidFill>
                <a:latin typeface="Times New Roman" panose="02020603050405020304" pitchFamily="18" charset="0"/>
                <a:cs typeface="Times New Roman" panose="02020603050405020304" pitchFamily="18" charset="0"/>
              </a:rPr>
              <a:t>産業応用工学会全国大会</a:t>
            </a:r>
            <a:r>
              <a:rPr lang="en-US" altLang="zh-CN" sz="900" b="0" dirty="0">
                <a:solidFill>
                  <a:schemeClr val="bg1"/>
                </a:solidFill>
                <a:latin typeface="Times New Roman" panose="02020603050405020304" pitchFamily="18" charset="0"/>
                <a:cs typeface="Times New Roman" panose="02020603050405020304" pitchFamily="18" charset="0"/>
              </a:rPr>
              <a:t>2025</a:t>
            </a:r>
            <a:r>
              <a:rPr lang="en-US" altLang="ja-JP" sz="900" b="0" dirty="0">
                <a:solidFill>
                  <a:schemeClr val="bg1"/>
                </a:solidFill>
                <a:latin typeface="Times New Roman" panose="02020603050405020304" pitchFamily="18" charset="0"/>
                <a:cs typeface="Times New Roman" panose="02020603050405020304" pitchFamily="18" charset="0"/>
              </a:rPr>
              <a:t>, Sep. 11 @</a:t>
            </a:r>
            <a:r>
              <a:rPr lang="ja-JP" altLang="en-US" sz="900" b="0" dirty="0">
                <a:solidFill>
                  <a:schemeClr val="bg1"/>
                </a:solidFill>
                <a:latin typeface="Times New Roman" panose="02020603050405020304" pitchFamily="18" charset="0"/>
                <a:cs typeface="Times New Roman" panose="02020603050405020304" pitchFamily="18" charset="0"/>
              </a:rPr>
              <a:t>長崎</a:t>
            </a:r>
            <a:endParaRPr lang="en-US" altLang="ja-JP" sz="900" b="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03219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p:txBody>
          <a:bodyPr>
            <a:normAutofit/>
          </a:bodyPr>
          <a:lstStyle>
            <a:lvl1pPr>
              <a:defRPr sz="28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1pPr>
            <a:lvl2pPr marL="466344" indent="-171450">
              <a:buSzPct val="85000"/>
              <a:buFont typeface="Wingdings" panose="05000000000000000000" pitchFamily="2" charset="2"/>
              <a:buChar char="l"/>
              <a:defRPr sz="28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2pPr>
            <a:lvl3pPr marL="644652" indent="-171450">
              <a:buClr>
                <a:srgbClr val="00B0F0"/>
              </a:buClr>
              <a:buSzPct val="100000"/>
              <a:buFont typeface="Wingdings 2" panose="05020102010507070707" pitchFamily="18" charset="2"/>
              <a:buChar char=""/>
              <a:defRPr sz="28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3pPr>
            <a:lvl4pPr>
              <a:buClr>
                <a:srgbClr val="00B0F0"/>
              </a:buClr>
              <a:defRPr sz="28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4pPr>
            <a:lvl5pPr>
              <a:buClr>
                <a:srgbClr val="00B0F0"/>
              </a:buClr>
              <a:defRPr sz="28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5pPr>
            <a:extLst/>
          </a:lstStyle>
          <a:p>
            <a:pPr lvl="0" eaLnBrk="1" latinLnBrk="0" hangingPunct="1"/>
            <a:r>
              <a:rPr lang="ja-JP" altLang="en-US" dirty="0"/>
              <a:t>マスター テキストの書式設定</a:t>
            </a:r>
          </a:p>
          <a:p>
            <a:pPr lvl="1" eaLnBrk="1" latinLnBrk="0" hangingPunct="1"/>
            <a:r>
              <a:rPr lang="ja-JP" altLang="en-US" dirty="0"/>
              <a:t>第 </a:t>
            </a:r>
            <a:r>
              <a:rPr lang="en-US" altLang="ja-JP" dirty="0"/>
              <a:t>2 </a:t>
            </a:r>
            <a:r>
              <a:rPr lang="ja-JP" altLang="en-US" dirty="0"/>
              <a:t>レベル</a:t>
            </a:r>
          </a:p>
          <a:p>
            <a:pPr lvl="2" eaLnBrk="1" latinLnBrk="0" hangingPunct="1"/>
            <a:r>
              <a:rPr lang="ja-JP" altLang="en-US" dirty="0"/>
              <a:t>第 </a:t>
            </a:r>
            <a:r>
              <a:rPr lang="en-US" altLang="ja-JP" dirty="0"/>
              <a:t>3 </a:t>
            </a:r>
            <a:r>
              <a:rPr lang="ja-JP" altLang="en-US" dirty="0"/>
              <a:t>レベル</a:t>
            </a:r>
          </a:p>
          <a:p>
            <a:pPr lvl="3" eaLnBrk="1" latinLnBrk="0" hangingPunct="1"/>
            <a:r>
              <a:rPr lang="ja-JP" altLang="en-US" dirty="0"/>
              <a:t>第 </a:t>
            </a:r>
            <a:r>
              <a:rPr lang="en-US" altLang="ja-JP" dirty="0"/>
              <a:t>4 </a:t>
            </a:r>
            <a:r>
              <a:rPr lang="ja-JP" altLang="en-US" dirty="0"/>
              <a:t>レベル</a:t>
            </a:r>
          </a:p>
          <a:p>
            <a:pPr lvl="4" eaLnBrk="1" latinLnBrk="0" hangingPunct="1"/>
            <a:r>
              <a:rPr lang="ja-JP" altLang="en-US" dirty="0"/>
              <a:t>第 </a:t>
            </a:r>
            <a:r>
              <a:rPr lang="en-US" altLang="ja-JP" dirty="0"/>
              <a:t>5 </a:t>
            </a:r>
            <a:r>
              <a:rPr lang="ja-JP" altLang="en-US" dirty="0"/>
              <a:t>レベル</a:t>
            </a:r>
            <a:endParaRPr kumimoji="0" lang="en-US" dirty="0"/>
          </a:p>
        </p:txBody>
      </p:sp>
      <p:sp>
        <p:nvSpPr>
          <p:cNvPr id="4" name="日付プレースホルダー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extLst/>
          </a:lstStyle>
          <a:p>
            <a:fld id="{B51FEAD1-1FD2-4B73-AA47-08669B1C494A}" type="datetimeFigureOut">
              <a:rPr kumimoji="1" lang="ja-JP" altLang="en-US" smtClean="0"/>
              <a:t>2026/6/3</a:t>
            </a:fld>
            <a:endParaRPr kumimoji="1" lang="ja-JP" altLang="en-US"/>
          </a:p>
        </p:txBody>
      </p:sp>
      <p:sp>
        <p:nvSpPr>
          <p:cNvPr id="5" name="フッター プレースホルダー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extLst/>
          </a:lstStyle>
          <a:p>
            <a:endParaRPr kumimoji="1" lang="ja-JP" altLang="en-US"/>
          </a:p>
        </p:txBody>
      </p:sp>
      <p:sp>
        <p:nvSpPr>
          <p:cNvPr id="7" name="タイトル 6"/>
          <p:cNvSpPr>
            <a:spLocks noGrp="1"/>
          </p:cNvSpPr>
          <p:nvPr>
            <p:ph type="title" hasCustomPrompt="1"/>
          </p:nvPr>
        </p:nvSpPr>
        <p:spPr/>
        <p:txBody>
          <a:bodyPr rtlCol="0">
            <a:normAutofit/>
          </a:bodyPr>
          <a:lstStyle>
            <a:lvl1pPr>
              <a:defRPr sz="4400">
                <a:latin typeface="Times New Roman" panose="02020603050405020304" pitchFamily="18" charset="0"/>
                <a:cs typeface="Times New Roman" panose="02020603050405020304" pitchFamily="18" charset="0"/>
              </a:defRPr>
            </a:lvl1pPr>
            <a:extLst/>
          </a:lstStyle>
          <a:p>
            <a:r>
              <a:rPr kumimoji="0" lang="ja-JP" altLang="en-US" dirty="0"/>
              <a:t>マスタータイトルの書式設定</a:t>
            </a:r>
            <a:endParaRPr kumimoji="0" lang="en-US" dirty="0"/>
          </a:p>
        </p:txBody>
      </p:sp>
    </p:spTree>
    <p:extLst>
      <p:ext uri="{BB962C8B-B14F-4D97-AF65-F5344CB8AC3E}">
        <p14:creationId xmlns:p14="http://schemas.microsoft.com/office/powerpoint/2010/main" val="11794229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Ref idx="1002">
        <a:schemeClr val="bg1"/>
      </p:bgRef>
    </p:bg>
    <p:spTree>
      <p:nvGrpSpPr>
        <p:cNvPr id="1" name=""/>
        <p:cNvGrpSpPr/>
        <p:nvPr/>
      </p:nvGrpSpPr>
      <p:grpSpPr>
        <a:xfrm>
          <a:off x="0" y="0"/>
          <a:ext cx="0" cy="0"/>
          <a:chOff x="0" y="0"/>
          <a:chExt cx="0" cy="0"/>
        </a:xfrm>
      </p:grpSpPr>
      <p:sp>
        <p:nvSpPr>
          <p:cNvPr id="2" name="タイトル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3600" b="1" cap="none" baseline="0">
                <a:effectLst>
                  <a:outerShdw blurRad="31750" dist="25400" dir="5400000" algn="tl" rotWithShape="0">
                    <a:srgbClr val="000000">
                      <a:alpha val="25000"/>
                    </a:srgbClr>
                  </a:outerShdw>
                </a:effectLst>
              </a:defRPr>
            </a:lvl1pPr>
            <a:extLst/>
          </a:lstStyle>
          <a:p>
            <a:r>
              <a:rPr kumimoji="0" lang="ja-JP" altLang="en-US"/>
              <a:t>マスター タイトルの書式設定</a:t>
            </a:r>
            <a:endParaRPr kumimoji="0" lang="en-US"/>
          </a:p>
        </p:txBody>
      </p:sp>
      <p:sp>
        <p:nvSpPr>
          <p:cNvPr id="3" name="テキスト プレースホルダー 2"/>
          <p:cNvSpPr>
            <a:spLocks noGrp="1"/>
          </p:cNvSpPr>
          <p:nvPr>
            <p:ph type="body" idx="1"/>
          </p:nvPr>
        </p:nvSpPr>
        <p:spPr>
          <a:xfrm>
            <a:off x="5230284" y="2931712"/>
            <a:ext cx="6096000" cy="1454888"/>
          </a:xfrm>
        </p:spPr>
        <p:txBody>
          <a:bodyPr lIns="91440" rIns="91440" anchor="t"/>
          <a:lstStyle>
            <a:lvl1pPr marL="0" indent="0" algn="l">
              <a:buNone/>
              <a:defRPr sz="1725">
                <a:solidFill>
                  <a:schemeClr val="tx1"/>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extLst/>
          </a:lstStyle>
          <a:p>
            <a:pPr lvl="0" eaLnBrk="1" latinLnBrk="0" hangingPunct="1"/>
            <a:r>
              <a:rPr kumimoji="0" lang="ja-JP" altLang="en-US"/>
              <a:t>マスター テキストの書式設定</a:t>
            </a:r>
          </a:p>
        </p:txBody>
      </p:sp>
      <p:sp>
        <p:nvSpPr>
          <p:cNvPr id="4" name="日付プレースホルダー 3"/>
          <p:cNvSpPr>
            <a:spLocks noGrp="1"/>
          </p:cNvSpPr>
          <p:nvPr>
            <p:ph type="dt" sz="half" idx="10"/>
          </p:nvPr>
        </p:nvSpPr>
        <p:spPr/>
        <p:txBody>
          <a:bodyPr/>
          <a:lstStyle/>
          <a:p>
            <a:fld id="{B51FEAD1-1FD2-4B73-AA47-08669B1C494A}" type="datetimeFigureOut">
              <a:rPr kumimoji="1" lang="ja-JP" altLang="en-US" smtClean="0"/>
              <a:t>2026/6/3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F64745C-3F12-42C6-85D1-C2BB3405CFE5}" type="slidenum">
              <a:rPr kumimoji="1" lang="ja-JP" altLang="en-US" smtClean="0"/>
              <a:t>‹#›</a:t>
            </a:fld>
            <a:endParaRPr kumimoji="1" lang="ja-JP" altLang="en-US"/>
          </a:p>
        </p:txBody>
      </p:sp>
      <p:sp>
        <p:nvSpPr>
          <p:cNvPr id="7" name="山形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350"/>
          </a:p>
        </p:txBody>
      </p:sp>
      <p:sp>
        <p:nvSpPr>
          <p:cNvPr id="8" name="山形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350"/>
          </a:p>
        </p:txBody>
      </p:sp>
    </p:spTree>
    <p:extLst>
      <p:ext uri="{BB962C8B-B14F-4D97-AF65-F5344CB8AC3E}">
        <p14:creationId xmlns:p14="http://schemas.microsoft.com/office/powerpoint/2010/main" val="141818683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bg>
      <p:bgRef idx="1002">
        <a:schemeClr val="bg1"/>
      </p:bgRef>
    </p:bg>
    <p:spTree>
      <p:nvGrpSpPr>
        <p:cNvPr id="1" name=""/>
        <p:cNvGrpSpPr/>
        <p:nvPr/>
      </p:nvGrpSpPr>
      <p:grpSpPr>
        <a:xfrm>
          <a:off x="0" y="0"/>
          <a:ext cx="0" cy="0"/>
          <a:chOff x="0" y="0"/>
          <a:chExt cx="0" cy="0"/>
        </a:xfrm>
      </p:grpSpPr>
      <p:sp>
        <p:nvSpPr>
          <p:cNvPr id="3" name="コンテンツ プレースホルダー 2"/>
          <p:cNvSpPr>
            <a:spLocks noGrp="1"/>
          </p:cNvSpPr>
          <p:nvPr>
            <p:ph sz="half" idx="1"/>
          </p:nvPr>
        </p:nvSpPr>
        <p:spPr>
          <a:xfrm>
            <a:off x="609600" y="1481333"/>
            <a:ext cx="5384800" cy="4525963"/>
          </a:xfrm>
        </p:spPr>
        <p:txBody>
          <a:bodyPr/>
          <a:lstStyle>
            <a:lvl1pPr>
              <a:defRPr sz="2100"/>
            </a:lvl1pPr>
            <a:lvl2pPr>
              <a:defRPr sz="1800"/>
            </a:lvl2pPr>
            <a:lvl3pPr>
              <a:defRPr sz="1500"/>
            </a:lvl3pPr>
            <a:lvl4pPr>
              <a:defRPr sz="1350"/>
            </a:lvl4pPr>
            <a:lvl5pPr>
              <a:defRPr sz="1350"/>
            </a:lvl5pPr>
            <a:extLst/>
          </a:lstStyle>
          <a:p>
            <a:pPr lvl="0" eaLnBrk="1" latinLnBrk="0" hangingPunct="1"/>
            <a:r>
              <a:rPr lang="ja-JP" altLang="en-US"/>
              <a:t>マスター テキストの書式設定</a:t>
            </a:r>
          </a:p>
          <a:p>
            <a:pPr lvl="1" eaLnBrk="1" latinLnBrk="0" hangingPunct="1"/>
            <a:r>
              <a:rPr lang="ja-JP" altLang="en-US"/>
              <a:t>第 </a:t>
            </a:r>
            <a:r>
              <a:rPr lang="en-US" altLang="ja-JP"/>
              <a:t>2 </a:t>
            </a:r>
            <a:r>
              <a:rPr lang="ja-JP" altLang="en-US"/>
              <a:t>レベル</a:t>
            </a:r>
          </a:p>
          <a:p>
            <a:pPr lvl="2" eaLnBrk="1" latinLnBrk="0" hangingPunct="1"/>
            <a:r>
              <a:rPr lang="ja-JP" altLang="en-US"/>
              <a:t>第 </a:t>
            </a:r>
            <a:r>
              <a:rPr lang="en-US" altLang="ja-JP"/>
              <a:t>3 </a:t>
            </a:r>
            <a:r>
              <a:rPr lang="ja-JP" altLang="en-US"/>
              <a:t>レベル</a:t>
            </a:r>
          </a:p>
          <a:p>
            <a:pPr lvl="3" eaLnBrk="1" latinLnBrk="0" hangingPunct="1"/>
            <a:r>
              <a:rPr lang="ja-JP" altLang="en-US"/>
              <a:t>第 </a:t>
            </a:r>
            <a:r>
              <a:rPr lang="en-US" altLang="ja-JP"/>
              <a:t>4 </a:t>
            </a:r>
            <a:r>
              <a:rPr lang="ja-JP" altLang="en-US"/>
              <a:t>レベル</a:t>
            </a:r>
          </a:p>
          <a:p>
            <a:pPr lvl="4" eaLnBrk="1" latinLnBrk="0" hangingPunct="1"/>
            <a:r>
              <a:rPr lang="ja-JP" altLang="en-US"/>
              <a:t>第 </a:t>
            </a:r>
            <a:r>
              <a:rPr lang="en-US" altLang="ja-JP"/>
              <a:t>5 </a:t>
            </a:r>
            <a:r>
              <a:rPr lang="ja-JP" altLang="en-US"/>
              <a:t>レベル</a:t>
            </a:r>
            <a:endParaRPr kumimoji="0" lang="en-US"/>
          </a:p>
        </p:txBody>
      </p:sp>
      <p:sp>
        <p:nvSpPr>
          <p:cNvPr id="4" name="コンテンツ プレースホルダー 3"/>
          <p:cNvSpPr>
            <a:spLocks noGrp="1"/>
          </p:cNvSpPr>
          <p:nvPr>
            <p:ph sz="half" idx="2"/>
          </p:nvPr>
        </p:nvSpPr>
        <p:spPr>
          <a:xfrm>
            <a:off x="6197600" y="1481333"/>
            <a:ext cx="5384800" cy="4525963"/>
          </a:xfrm>
        </p:spPr>
        <p:txBody>
          <a:bodyPr/>
          <a:lstStyle>
            <a:lvl1pPr>
              <a:defRPr sz="2100"/>
            </a:lvl1pPr>
            <a:lvl2pPr>
              <a:defRPr sz="1800"/>
            </a:lvl2pPr>
            <a:lvl3pPr>
              <a:defRPr sz="1500"/>
            </a:lvl3pPr>
            <a:lvl4pPr>
              <a:defRPr sz="1350"/>
            </a:lvl4pPr>
            <a:lvl5pPr>
              <a:defRPr sz="1350"/>
            </a:lvl5pPr>
            <a:extLst/>
          </a:lstStyle>
          <a:p>
            <a:pPr lvl="0" eaLnBrk="1" latinLnBrk="0" hangingPunct="1"/>
            <a:r>
              <a:rPr lang="ja-JP" altLang="en-US"/>
              <a:t>マスター テキストの書式設定</a:t>
            </a:r>
          </a:p>
          <a:p>
            <a:pPr lvl="1" eaLnBrk="1" latinLnBrk="0" hangingPunct="1"/>
            <a:r>
              <a:rPr lang="ja-JP" altLang="en-US"/>
              <a:t>第 </a:t>
            </a:r>
            <a:r>
              <a:rPr lang="en-US" altLang="ja-JP"/>
              <a:t>2 </a:t>
            </a:r>
            <a:r>
              <a:rPr lang="ja-JP" altLang="en-US"/>
              <a:t>レベル</a:t>
            </a:r>
          </a:p>
          <a:p>
            <a:pPr lvl="2" eaLnBrk="1" latinLnBrk="0" hangingPunct="1"/>
            <a:r>
              <a:rPr lang="ja-JP" altLang="en-US"/>
              <a:t>第 </a:t>
            </a:r>
            <a:r>
              <a:rPr lang="en-US" altLang="ja-JP"/>
              <a:t>3 </a:t>
            </a:r>
            <a:r>
              <a:rPr lang="ja-JP" altLang="en-US"/>
              <a:t>レベル</a:t>
            </a:r>
          </a:p>
          <a:p>
            <a:pPr lvl="3" eaLnBrk="1" latinLnBrk="0" hangingPunct="1"/>
            <a:r>
              <a:rPr lang="ja-JP" altLang="en-US"/>
              <a:t>第 </a:t>
            </a:r>
            <a:r>
              <a:rPr lang="en-US" altLang="ja-JP"/>
              <a:t>4 </a:t>
            </a:r>
            <a:r>
              <a:rPr lang="ja-JP" altLang="en-US"/>
              <a:t>レベル</a:t>
            </a:r>
          </a:p>
          <a:p>
            <a:pPr lvl="4" eaLnBrk="1" latinLnBrk="0" hangingPunct="1"/>
            <a:r>
              <a:rPr lang="ja-JP" altLang="en-US"/>
              <a:t>第 </a:t>
            </a:r>
            <a:r>
              <a:rPr lang="en-US" altLang="ja-JP"/>
              <a:t>5 </a:t>
            </a:r>
            <a:r>
              <a:rPr lang="ja-JP" altLang="en-US"/>
              <a:t>レベル</a:t>
            </a:r>
            <a:endParaRPr kumimoji="0" lang="en-US"/>
          </a:p>
        </p:txBody>
      </p:sp>
      <p:sp>
        <p:nvSpPr>
          <p:cNvPr id="5" name="日付プレースホルダー 4"/>
          <p:cNvSpPr>
            <a:spLocks noGrp="1"/>
          </p:cNvSpPr>
          <p:nvPr>
            <p:ph type="dt" sz="half" idx="10"/>
          </p:nvPr>
        </p:nvSpPr>
        <p:spPr/>
        <p:txBody>
          <a:bodyPr/>
          <a:lstStyle/>
          <a:p>
            <a:fld id="{B51FEAD1-1FD2-4B73-AA47-08669B1C494A}" type="datetimeFigureOut">
              <a:rPr kumimoji="1" lang="ja-JP" altLang="en-US" smtClean="0"/>
              <a:t>2026/6/3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F64745C-3F12-42C6-85D1-C2BB3405CFE5}" type="slidenum">
              <a:rPr kumimoji="1" lang="ja-JP" altLang="en-US" smtClean="0"/>
              <a:t>‹#›</a:t>
            </a:fld>
            <a:endParaRPr kumimoji="1" lang="ja-JP" altLang="en-US"/>
          </a:p>
        </p:txBody>
      </p:sp>
      <p:sp>
        <p:nvSpPr>
          <p:cNvPr id="8" name="タイトル 7"/>
          <p:cNvSpPr>
            <a:spLocks noGrp="1"/>
          </p:cNvSpPr>
          <p:nvPr>
            <p:ph type="title"/>
          </p:nvPr>
        </p:nvSpPr>
        <p:spPr/>
        <p:txBody>
          <a:bodyPr rtlCol="0"/>
          <a:lstStyle/>
          <a:p>
            <a:r>
              <a:rPr kumimoji="0" lang="ja-JP" altLang="en-US"/>
              <a:t>マスター タイトルの書式設定</a:t>
            </a:r>
            <a:endParaRPr kumimoji="0" lang="en-US"/>
          </a:p>
        </p:txBody>
      </p:sp>
    </p:spTree>
    <p:extLst>
      <p:ext uri="{BB962C8B-B14F-4D97-AF65-F5344CB8AC3E}">
        <p14:creationId xmlns:p14="http://schemas.microsoft.com/office/powerpoint/2010/main" val="387088582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較">
    <p:bg>
      <p:bgRef idx="1003">
        <a:schemeClr val="bg1"/>
      </p:bgRef>
    </p:bg>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273050"/>
            <a:ext cx="10972800" cy="1143000"/>
          </a:xfrm>
        </p:spPr>
        <p:txBody>
          <a:bodyPr anchor="ctr"/>
          <a:lstStyle>
            <a:lvl1pPr>
              <a:defRPr/>
            </a:lvl1pPr>
            <a:extLst/>
          </a:lstStyle>
          <a:p>
            <a:r>
              <a:rPr kumimoji="0" lang="ja-JP" altLang="en-US"/>
              <a:t>マスター タイトルの書式設定</a:t>
            </a:r>
            <a:endParaRPr kumimoji="0" lang="en-US"/>
          </a:p>
        </p:txBody>
      </p:sp>
      <p:sp>
        <p:nvSpPr>
          <p:cNvPr id="3" name="テキスト プレースホルダー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1800" b="0">
                <a:solidFill>
                  <a:schemeClr val="bg1"/>
                </a:solidFill>
              </a:defRPr>
            </a:lvl1pPr>
            <a:lvl2pPr>
              <a:buNone/>
              <a:defRPr sz="1500" b="1"/>
            </a:lvl2pPr>
            <a:lvl3pPr>
              <a:buNone/>
              <a:defRPr sz="1350" b="1"/>
            </a:lvl3pPr>
            <a:lvl4pPr>
              <a:buNone/>
              <a:defRPr sz="1200" b="1"/>
            </a:lvl4pPr>
            <a:lvl5pPr>
              <a:buNone/>
              <a:defRPr sz="1200" b="1"/>
            </a:lvl5pPr>
            <a:extLst/>
          </a:lstStyle>
          <a:p>
            <a:pPr lvl="0" eaLnBrk="1" latinLnBrk="0" hangingPunct="1"/>
            <a:r>
              <a:rPr kumimoji="0" lang="ja-JP" altLang="en-US"/>
              <a:t>マスター テキストの書式設定</a:t>
            </a:r>
          </a:p>
        </p:txBody>
      </p:sp>
      <p:sp>
        <p:nvSpPr>
          <p:cNvPr id="4" name="テキスト プレースホルダー 3"/>
          <p:cNvSpPr>
            <a:spLocks noGrp="1"/>
          </p:cNvSpPr>
          <p:nvPr>
            <p:ph type="body" sz="half" idx="3"/>
          </p:nvPr>
        </p:nvSpPr>
        <p:spPr>
          <a:xfrm>
            <a:off x="6193372" y="5410200"/>
            <a:ext cx="5389033" cy="762000"/>
          </a:xfrm>
          <a:solidFill>
            <a:schemeClr val="accent1"/>
          </a:solidFill>
          <a:ln w="9652">
            <a:solidFill>
              <a:schemeClr val="accent1"/>
            </a:solidFill>
            <a:miter lim="800000"/>
          </a:ln>
        </p:spPr>
        <p:txBody>
          <a:bodyPr lIns="182880" anchor="ctr"/>
          <a:lstStyle>
            <a:lvl1pPr marL="0" indent="0">
              <a:buNone/>
              <a:defRPr sz="1800" b="0">
                <a:solidFill>
                  <a:schemeClr val="bg1"/>
                </a:solidFill>
              </a:defRPr>
            </a:lvl1pPr>
            <a:lvl2pPr>
              <a:buNone/>
              <a:defRPr sz="1500" b="1"/>
            </a:lvl2pPr>
            <a:lvl3pPr>
              <a:buNone/>
              <a:defRPr sz="1350" b="1"/>
            </a:lvl3pPr>
            <a:lvl4pPr>
              <a:buNone/>
              <a:defRPr sz="1200" b="1"/>
            </a:lvl4pPr>
            <a:lvl5pPr>
              <a:buNone/>
              <a:defRPr sz="1200" b="1"/>
            </a:lvl5pPr>
            <a:extLst/>
          </a:lstStyle>
          <a:p>
            <a:pPr lvl="0" eaLnBrk="1" latinLnBrk="0" hangingPunct="1"/>
            <a:r>
              <a:rPr kumimoji="0" lang="ja-JP" altLang="en-US"/>
              <a:t>マスター テキストの書式設定</a:t>
            </a:r>
          </a:p>
        </p:txBody>
      </p:sp>
      <p:sp>
        <p:nvSpPr>
          <p:cNvPr id="5" name="コンテンツ プレースホルダー 4"/>
          <p:cNvSpPr>
            <a:spLocks noGrp="1"/>
          </p:cNvSpPr>
          <p:nvPr>
            <p:ph sz="quarter" idx="2"/>
          </p:nvPr>
        </p:nvSpPr>
        <p:spPr>
          <a:xfrm>
            <a:off x="609600" y="1444299"/>
            <a:ext cx="5386917" cy="3941763"/>
          </a:xfrm>
          <a:ln>
            <a:noFill/>
            <a:prstDash val="sysDash"/>
            <a:miter lim="800000"/>
          </a:ln>
        </p:spPr>
        <p:txBody>
          <a:bodyPr/>
          <a:lstStyle>
            <a:lvl1pPr>
              <a:defRPr sz="1800"/>
            </a:lvl1pPr>
            <a:lvl2pPr>
              <a:defRPr sz="1500"/>
            </a:lvl2pPr>
            <a:lvl3pPr>
              <a:defRPr sz="1350"/>
            </a:lvl3pPr>
            <a:lvl4pPr>
              <a:defRPr sz="1200"/>
            </a:lvl4pPr>
            <a:lvl5pPr>
              <a:defRPr sz="1200"/>
            </a:lvl5pPr>
            <a:extLst/>
          </a:lstStyle>
          <a:p>
            <a:pPr lvl="0" eaLnBrk="1" latinLnBrk="0" hangingPunct="1"/>
            <a:r>
              <a:rPr lang="ja-JP" altLang="en-US"/>
              <a:t>マスター テキストの書式設定</a:t>
            </a:r>
          </a:p>
          <a:p>
            <a:pPr lvl="1" eaLnBrk="1" latinLnBrk="0" hangingPunct="1"/>
            <a:r>
              <a:rPr lang="ja-JP" altLang="en-US"/>
              <a:t>第 </a:t>
            </a:r>
            <a:r>
              <a:rPr lang="en-US" altLang="ja-JP"/>
              <a:t>2 </a:t>
            </a:r>
            <a:r>
              <a:rPr lang="ja-JP" altLang="en-US"/>
              <a:t>レベル</a:t>
            </a:r>
          </a:p>
          <a:p>
            <a:pPr lvl="2" eaLnBrk="1" latinLnBrk="0" hangingPunct="1"/>
            <a:r>
              <a:rPr lang="ja-JP" altLang="en-US"/>
              <a:t>第 </a:t>
            </a:r>
            <a:r>
              <a:rPr lang="en-US" altLang="ja-JP"/>
              <a:t>3 </a:t>
            </a:r>
            <a:r>
              <a:rPr lang="ja-JP" altLang="en-US"/>
              <a:t>レベル</a:t>
            </a:r>
          </a:p>
          <a:p>
            <a:pPr lvl="3" eaLnBrk="1" latinLnBrk="0" hangingPunct="1"/>
            <a:r>
              <a:rPr lang="ja-JP" altLang="en-US"/>
              <a:t>第 </a:t>
            </a:r>
            <a:r>
              <a:rPr lang="en-US" altLang="ja-JP"/>
              <a:t>4 </a:t>
            </a:r>
            <a:r>
              <a:rPr lang="ja-JP" altLang="en-US"/>
              <a:t>レベル</a:t>
            </a:r>
          </a:p>
          <a:p>
            <a:pPr lvl="4" eaLnBrk="1" latinLnBrk="0" hangingPunct="1"/>
            <a:r>
              <a:rPr lang="ja-JP" altLang="en-US"/>
              <a:t>第 </a:t>
            </a:r>
            <a:r>
              <a:rPr lang="en-US" altLang="ja-JP"/>
              <a:t>5 </a:t>
            </a:r>
            <a:r>
              <a:rPr lang="ja-JP" altLang="en-US"/>
              <a:t>レベル</a:t>
            </a:r>
            <a:endParaRPr kumimoji="0" lang="en-US"/>
          </a:p>
        </p:txBody>
      </p:sp>
      <p:sp>
        <p:nvSpPr>
          <p:cNvPr id="6" name="コンテンツ プレースホルダー 5"/>
          <p:cNvSpPr>
            <a:spLocks noGrp="1"/>
          </p:cNvSpPr>
          <p:nvPr>
            <p:ph sz="quarter" idx="4"/>
          </p:nvPr>
        </p:nvSpPr>
        <p:spPr>
          <a:xfrm>
            <a:off x="6193370" y="1444299"/>
            <a:ext cx="5389033" cy="3941763"/>
          </a:xfrm>
          <a:ln>
            <a:noFill/>
            <a:prstDash val="sysDash"/>
            <a:miter lim="800000"/>
          </a:ln>
        </p:spPr>
        <p:txBody>
          <a:bodyPr/>
          <a:lstStyle>
            <a:lvl1pPr>
              <a:spcBef>
                <a:spcPts val="0"/>
              </a:spcBef>
              <a:defRPr sz="1800"/>
            </a:lvl1pPr>
            <a:lvl2pPr>
              <a:defRPr sz="1500"/>
            </a:lvl2pPr>
            <a:lvl3pPr>
              <a:defRPr sz="1350"/>
            </a:lvl3pPr>
            <a:lvl4pPr>
              <a:defRPr sz="1200"/>
            </a:lvl4pPr>
            <a:lvl5pPr>
              <a:defRPr sz="1200"/>
            </a:lvl5pPr>
            <a:extLst/>
          </a:lstStyle>
          <a:p>
            <a:pPr lvl="0" eaLnBrk="1" latinLnBrk="0" hangingPunct="1"/>
            <a:r>
              <a:rPr lang="ja-JP" altLang="en-US"/>
              <a:t>マスター テキストの書式設定</a:t>
            </a:r>
          </a:p>
          <a:p>
            <a:pPr lvl="1" eaLnBrk="1" latinLnBrk="0" hangingPunct="1"/>
            <a:r>
              <a:rPr lang="ja-JP" altLang="en-US"/>
              <a:t>第 </a:t>
            </a:r>
            <a:r>
              <a:rPr lang="en-US" altLang="ja-JP"/>
              <a:t>2 </a:t>
            </a:r>
            <a:r>
              <a:rPr lang="ja-JP" altLang="en-US"/>
              <a:t>レベル</a:t>
            </a:r>
          </a:p>
          <a:p>
            <a:pPr lvl="2" eaLnBrk="1" latinLnBrk="0" hangingPunct="1"/>
            <a:r>
              <a:rPr lang="ja-JP" altLang="en-US"/>
              <a:t>第 </a:t>
            </a:r>
            <a:r>
              <a:rPr lang="en-US" altLang="ja-JP"/>
              <a:t>3 </a:t>
            </a:r>
            <a:r>
              <a:rPr lang="ja-JP" altLang="en-US"/>
              <a:t>レベル</a:t>
            </a:r>
          </a:p>
          <a:p>
            <a:pPr lvl="3" eaLnBrk="1" latinLnBrk="0" hangingPunct="1"/>
            <a:r>
              <a:rPr lang="ja-JP" altLang="en-US"/>
              <a:t>第 </a:t>
            </a:r>
            <a:r>
              <a:rPr lang="en-US" altLang="ja-JP"/>
              <a:t>4 </a:t>
            </a:r>
            <a:r>
              <a:rPr lang="ja-JP" altLang="en-US"/>
              <a:t>レベル</a:t>
            </a:r>
          </a:p>
          <a:p>
            <a:pPr lvl="4" eaLnBrk="1" latinLnBrk="0" hangingPunct="1"/>
            <a:r>
              <a:rPr lang="ja-JP" altLang="en-US"/>
              <a:t>第 </a:t>
            </a:r>
            <a:r>
              <a:rPr lang="en-US" altLang="ja-JP"/>
              <a:t>5 </a:t>
            </a:r>
            <a:r>
              <a:rPr lang="ja-JP" altLang="en-US"/>
              <a:t>レベル</a:t>
            </a:r>
            <a:endParaRPr kumimoji="0" lang="en-US"/>
          </a:p>
        </p:txBody>
      </p:sp>
      <p:sp>
        <p:nvSpPr>
          <p:cNvPr id="7" name="日付プレースホルダー 6"/>
          <p:cNvSpPr>
            <a:spLocks noGrp="1"/>
          </p:cNvSpPr>
          <p:nvPr>
            <p:ph type="dt" sz="half" idx="10"/>
          </p:nvPr>
        </p:nvSpPr>
        <p:spPr/>
        <p:txBody>
          <a:bodyPr/>
          <a:lstStyle/>
          <a:p>
            <a:fld id="{B51FEAD1-1FD2-4B73-AA47-08669B1C494A}" type="datetimeFigureOut">
              <a:rPr kumimoji="1" lang="ja-JP" altLang="en-US" smtClean="0"/>
              <a:t>2026/6/3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9F64745C-3F12-42C6-85D1-C2BB3405CFE5}" type="slidenum">
              <a:rPr kumimoji="1" lang="ja-JP" altLang="en-US" smtClean="0"/>
              <a:t>‹#›</a:t>
            </a:fld>
            <a:endParaRPr kumimoji="1" lang="ja-JP" altLang="en-US"/>
          </a:p>
        </p:txBody>
      </p:sp>
    </p:spTree>
    <p:extLst>
      <p:ext uri="{BB962C8B-B14F-4D97-AF65-F5344CB8AC3E}">
        <p14:creationId xmlns:p14="http://schemas.microsoft.com/office/powerpoint/2010/main" val="141386804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bg>
      <p:bgRef idx="1002">
        <a:schemeClr val="bg1"/>
      </p:bgRef>
    </p:bg>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B51FEAD1-1FD2-4B73-AA47-08669B1C494A}" type="datetimeFigureOut">
              <a:rPr kumimoji="1" lang="ja-JP" altLang="en-US" smtClean="0"/>
              <a:t>2026/6/3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9F64745C-3F12-42C6-85D1-C2BB3405CFE5}" type="slidenum">
              <a:rPr kumimoji="1" lang="ja-JP" altLang="en-US" smtClean="0"/>
              <a:t>‹#›</a:t>
            </a:fld>
            <a:endParaRPr kumimoji="1" lang="ja-JP" altLang="en-US"/>
          </a:p>
        </p:txBody>
      </p:sp>
      <p:sp>
        <p:nvSpPr>
          <p:cNvPr id="6" name="タイトル 5"/>
          <p:cNvSpPr>
            <a:spLocks noGrp="1"/>
          </p:cNvSpPr>
          <p:nvPr>
            <p:ph type="title"/>
          </p:nvPr>
        </p:nvSpPr>
        <p:spPr/>
        <p:txBody>
          <a:bodyPr rtlCol="0"/>
          <a:lstStyle/>
          <a:p>
            <a:r>
              <a:rPr kumimoji="0" lang="ja-JP" altLang="en-US"/>
              <a:t>マスター タイトルの書式設定</a:t>
            </a:r>
            <a:endParaRPr kumimoji="0" lang="en-US"/>
          </a:p>
        </p:txBody>
      </p:sp>
    </p:spTree>
    <p:extLst>
      <p:ext uri="{BB962C8B-B14F-4D97-AF65-F5344CB8AC3E}">
        <p14:creationId xmlns:p14="http://schemas.microsoft.com/office/powerpoint/2010/main" val="424277421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B51FEAD1-1FD2-4B73-AA47-08669B1C494A}" type="datetimeFigureOut">
              <a:rPr kumimoji="1" lang="ja-JP" altLang="en-US" smtClean="0"/>
              <a:t>2026/6/3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9F64745C-3F12-42C6-85D1-C2BB3405CFE5}" type="slidenum">
              <a:rPr kumimoji="1" lang="ja-JP" altLang="en-US" smtClean="0"/>
              <a:t>‹#›</a:t>
            </a:fld>
            <a:endParaRPr kumimoji="1" lang="ja-JP" altLang="en-US"/>
          </a:p>
        </p:txBody>
      </p:sp>
    </p:spTree>
    <p:extLst>
      <p:ext uri="{BB962C8B-B14F-4D97-AF65-F5344CB8AC3E}">
        <p14:creationId xmlns:p14="http://schemas.microsoft.com/office/powerpoint/2010/main" val="2531044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10;コンテンツ">
    <p:bg>
      <p:bgRef idx="1003">
        <a:schemeClr val="bg1"/>
      </p:bgRef>
    </p:bg>
    <p:spTree>
      <p:nvGrpSpPr>
        <p:cNvPr id="1" name=""/>
        <p:cNvGrpSpPr/>
        <p:nvPr/>
      </p:nvGrpSpPr>
      <p:grpSpPr>
        <a:xfrm>
          <a:off x="0" y="0"/>
          <a:ext cx="0" cy="0"/>
          <a:chOff x="0" y="0"/>
          <a:chExt cx="0" cy="0"/>
        </a:xfrm>
      </p:grpSpPr>
      <p:sp>
        <p:nvSpPr>
          <p:cNvPr id="2" name="タイトル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1875" b="0">
                <a:solidFill>
                  <a:schemeClr val="accent1"/>
                </a:solidFill>
                <a:effectLst/>
              </a:defRPr>
            </a:lvl1pPr>
            <a:extLst/>
          </a:lstStyle>
          <a:p>
            <a:r>
              <a:rPr kumimoji="0" lang="ja-JP" altLang="en-US"/>
              <a:t>マスター タイトルの書式設定</a:t>
            </a:r>
            <a:endParaRPr kumimoji="0" lang="en-US"/>
          </a:p>
        </p:txBody>
      </p:sp>
      <p:sp>
        <p:nvSpPr>
          <p:cNvPr id="3" name="テキスト プレースホルダー 2"/>
          <p:cNvSpPr>
            <a:spLocks noGrp="1"/>
          </p:cNvSpPr>
          <p:nvPr>
            <p:ph type="body" idx="2"/>
          </p:nvPr>
        </p:nvSpPr>
        <p:spPr>
          <a:xfrm>
            <a:off x="5892800" y="5355102"/>
            <a:ext cx="5299456" cy="914400"/>
          </a:xfrm>
        </p:spPr>
        <p:txBody>
          <a:bodyPr/>
          <a:lstStyle>
            <a:lvl1pPr marL="0" indent="0" algn="r">
              <a:buNone/>
              <a:defRPr sz="1200"/>
            </a:lvl1pPr>
            <a:lvl2pPr>
              <a:buNone/>
              <a:defRPr sz="900"/>
            </a:lvl2pPr>
            <a:lvl3pPr>
              <a:buNone/>
              <a:defRPr sz="750"/>
            </a:lvl3pPr>
            <a:lvl4pPr>
              <a:buNone/>
              <a:defRPr sz="675"/>
            </a:lvl4pPr>
            <a:lvl5pPr>
              <a:buNone/>
              <a:defRPr sz="675"/>
            </a:lvl5pPr>
            <a:extLst/>
          </a:lstStyle>
          <a:p>
            <a:pPr lvl="0" eaLnBrk="1" latinLnBrk="0" hangingPunct="1"/>
            <a:r>
              <a:rPr kumimoji="0" lang="ja-JP" altLang="en-US"/>
              <a:t>マスター テキストの書式設定</a:t>
            </a:r>
          </a:p>
        </p:txBody>
      </p:sp>
      <p:sp>
        <p:nvSpPr>
          <p:cNvPr id="4" name="コンテンツ プレースホルダー 3"/>
          <p:cNvSpPr>
            <a:spLocks noGrp="1"/>
          </p:cNvSpPr>
          <p:nvPr>
            <p:ph sz="half" idx="1"/>
          </p:nvPr>
        </p:nvSpPr>
        <p:spPr>
          <a:xfrm>
            <a:off x="1219200" y="274320"/>
            <a:ext cx="9973056" cy="4572000"/>
          </a:xfrm>
        </p:spPr>
        <p:txBody>
          <a:bodyPr/>
          <a:lstStyle>
            <a:lvl1pPr>
              <a:defRPr sz="2400"/>
            </a:lvl1pPr>
            <a:lvl2pPr>
              <a:defRPr sz="2100"/>
            </a:lvl2pPr>
            <a:lvl3pPr>
              <a:defRPr sz="1800"/>
            </a:lvl3pPr>
            <a:lvl4pPr>
              <a:defRPr sz="1500"/>
            </a:lvl4pPr>
            <a:lvl5pPr>
              <a:defRPr sz="1500"/>
            </a:lvl5pPr>
            <a:extLst/>
          </a:lstStyle>
          <a:p>
            <a:pPr lvl="0" eaLnBrk="1" latinLnBrk="0" hangingPunct="1"/>
            <a:r>
              <a:rPr lang="ja-JP" altLang="en-US"/>
              <a:t>マスター テキストの書式設定</a:t>
            </a:r>
          </a:p>
          <a:p>
            <a:pPr lvl="1" eaLnBrk="1" latinLnBrk="0" hangingPunct="1"/>
            <a:r>
              <a:rPr lang="ja-JP" altLang="en-US"/>
              <a:t>第 </a:t>
            </a:r>
            <a:r>
              <a:rPr lang="en-US" altLang="ja-JP"/>
              <a:t>2 </a:t>
            </a:r>
            <a:r>
              <a:rPr lang="ja-JP" altLang="en-US"/>
              <a:t>レベル</a:t>
            </a:r>
          </a:p>
          <a:p>
            <a:pPr lvl="2" eaLnBrk="1" latinLnBrk="0" hangingPunct="1"/>
            <a:r>
              <a:rPr lang="ja-JP" altLang="en-US"/>
              <a:t>第 </a:t>
            </a:r>
            <a:r>
              <a:rPr lang="en-US" altLang="ja-JP"/>
              <a:t>3 </a:t>
            </a:r>
            <a:r>
              <a:rPr lang="ja-JP" altLang="en-US"/>
              <a:t>レベル</a:t>
            </a:r>
          </a:p>
          <a:p>
            <a:pPr lvl="3" eaLnBrk="1" latinLnBrk="0" hangingPunct="1"/>
            <a:r>
              <a:rPr lang="ja-JP" altLang="en-US"/>
              <a:t>第 </a:t>
            </a:r>
            <a:r>
              <a:rPr lang="en-US" altLang="ja-JP"/>
              <a:t>4 </a:t>
            </a:r>
            <a:r>
              <a:rPr lang="ja-JP" altLang="en-US"/>
              <a:t>レベル</a:t>
            </a:r>
          </a:p>
          <a:p>
            <a:pPr lvl="4" eaLnBrk="1" latinLnBrk="0" hangingPunct="1"/>
            <a:r>
              <a:rPr lang="ja-JP" altLang="en-US"/>
              <a:t>第 </a:t>
            </a:r>
            <a:r>
              <a:rPr lang="en-US" altLang="ja-JP"/>
              <a:t>5 </a:t>
            </a:r>
            <a:r>
              <a:rPr lang="ja-JP" altLang="en-US"/>
              <a:t>レベル</a:t>
            </a:r>
            <a:endParaRPr kumimoji="0" lang="en-US"/>
          </a:p>
        </p:txBody>
      </p:sp>
      <p:sp>
        <p:nvSpPr>
          <p:cNvPr id="5" name="日付プレースホルダー 4"/>
          <p:cNvSpPr>
            <a:spLocks noGrp="1"/>
          </p:cNvSpPr>
          <p:nvPr>
            <p:ph type="dt" sz="half" idx="10"/>
          </p:nvPr>
        </p:nvSpPr>
        <p:spPr>
          <a:xfrm>
            <a:off x="8969376" y="6407944"/>
            <a:ext cx="2560320" cy="365760"/>
          </a:xfrm>
        </p:spPr>
        <p:txBody>
          <a:bodyPr/>
          <a:lstStyle/>
          <a:p>
            <a:fld id="{B51FEAD1-1FD2-4B73-AA47-08669B1C494A}" type="datetimeFigureOut">
              <a:rPr kumimoji="1" lang="ja-JP" altLang="en-US" smtClean="0"/>
              <a:t>2026/6/3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F64745C-3F12-42C6-85D1-C2BB3405CFE5}" type="slidenum">
              <a:rPr kumimoji="1" lang="ja-JP" altLang="en-US" smtClean="0"/>
              <a:t>‹#›</a:t>
            </a:fld>
            <a:endParaRPr kumimoji="1" lang="ja-JP" altLang="en-US"/>
          </a:p>
        </p:txBody>
      </p:sp>
    </p:spTree>
    <p:extLst>
      <p:ext uri="{BB962C8B-B14F-4D97-AF65-F5344CB8AC3E}">
        <p14:creationId xmlns:p14="http://schemas.microsoft.com/office/powerpoint/2010/main" val="36230333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bg>
      <p:bgRef idx="1002">
        <a:schemeClr val="bg1"/>
      </p:bgRef>
    </p:bg>
    <p:spTree>
      <p:nvGrpSpPr>
        <p:cNvPr id="1" name=""/>
        <p:cNvGrpSpPr/>
        <p:nvPr/>
      </p:nvGrpSpPr>
      <p:grpSpPr>
        <a:xfrm>
          <a:off x="0" y="0"/>
          <a:ext cx="0" cy="0"/>
          <a:chOff x="0" y="0"/>
          <a:chExt cx="0" cy="0"/>
        </a:xfrm>
      </p:grpSpPr>
      <p:sp>
        <p:nvSpPr>
          <p:cNvPr id="4" name="テキスト プレースホルダー 3"/>
          <p:cNvSpPr>
            <a:spLocks noGrp="1"/>
          </p:cNvSpPr>
          <p:nvPr>
            <p:ph type="body" sz="half" idx="2"/>
          </p:nvPr>
        </p:nvSpPr>
        <p:spPr>
          <a:xfrm>
            <a:off x="1521643" y="5443402"/>
            <a:ext cx="9550400" cy="648232"/>
          </a:xfrm>
          <a:noFill/>
        </p:spPr>
        <p:txBody>
          <a:bodyPr lIns="91440" tIns="0" rIns="91440" anchor="t"/>
          <a:lstStyle>
            <a:lvl1pPr marL="0" marR="13716" indent="0" algn="r">
              <a:buNone/>
              <a:defRPr sz="1050"/>
            </a:lvl1pPr>
            <a:lvl2pPr>
              <a:defRPr sz="900"/>
            </a:lvl2pPr>
            <a:lvl3pPr>
              <a:defRPr sz="750"/>
            </a:lvl3pPr>
            <a:lvl4pPr>
              <a:defRPr sz="675"/>
            </a:lvl4pPr>
            <a:lvl5pPr>
              <a:defRPr sz="675"/>
            </a:lvl5pPr>
            <a:extLst/>
          </a:lstStyle>
          <a:p>
            <a:pPr lvl="0" eaLnBrk="1" latinLnBrk="0" hangingPunct="1"/>
            <a:r>
              <a:rPr kumimoji="0" lang="ja-JP" altLang="en-US"/>
              <a:t>マスター テキストの書式設定</a:t>
            </a:r>
          </a:p>
        </p:txBody>
      </p:sp>
      <p:sp>
        <p:nvSpPr>
          <p:cNvPr id="3" name="図プレースホルダー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2400"/>
            </a:lvl1pPr>
            <a:extLst/>
          </a:lstStyle>
          <a:p>
            <a:r>
              <a:rPr kumimoji="0" lang="ja-JP" altLang="en-US"/>
              <a:t>アイコンをクリックして図を追加</a:t>
            </a:r>
            <a:endParaRPr kumimoji="0" lang="en-US" dirty="0"/>
          </a:p>
        </p:txBody>
      </p:sp>
      <p:sp>
        <p:nvSpPr>
          <p:cNvPr id="5" name="日付プレースホルダー 4"/>
          <p:cNvSpPr>
            <a:spLocks noGrp="1"/>
          </p:cNvSpPr>
          <p:nvPr>
            <p:ph type="dt" sz="half" idx="10"/>
          </p:nvPr>
        </p:nvSpPr>
        <p:spPr/>
        <p:txBody>
          <a:bodyPr/>
          <a:lstStyle>
            <a:lvl1pPr>
              <a:defRPr>
                <a:solidFill>
                  <a:schemeClr val="tx1"/>
                </a:solidFill>
              </a:defRPr>
            </a:lvl1pPr>
            <a:extLst/>
          </a:lstStyle>
          <a:p>
            <a:fld id="{B51FEAD1-1FD2-4B73-AA47-08669B1C494A}" type="datetimeFigureOut">
              <a:rPr kumimoji="1" lang="ja-JP" altLang="en-US" smtClean="0"/>
              <a:t>2026/6/3</a:t>
            </a:fld>
            <a:endParaRPr kumimoji="1" lang="ja-JP" altLang="en-US"/>
          </a:p>
        </p:txBody>
      </p:sp>
      <p:sp>
        <p:nvSpPr>
          <p:cNvPr id="6" name="フッター プレースホルダー 5"/>
          <p:cNvSpPr>
            <a:spLocks noGrp="1"/>
          </p:cNvSpPr>
          <p:nvPr>
            <p:ph type="ftr" sz="quarter" idx="11"/>
          </p:nvPr>
        </p:nvSpPr>
        <p:spPr>
          <a:xfrm>
            <a:off x="5840100" y="6407949"/>
            <a:ext cx="3134241" cy="365125"/>
          </a:xfrm>
        </p:spPr>
        <p:txBody>
          <a:bodyPr/>
          <a:lstStyle>
            <a:lvl1pPr>
              <a:defRPr>
                <a:solidFill>
                  <a:schemeClr val="tx1"/>
                </a:solidFill>
              </a:defRPr>
            </a:lvl1pPr>
            <a:extLst/>
          </a:lstStyle>
          <a:p>
            <a:endParaRPr kumimoji="1" lang="ja-JP" altLang="en-US"/>
          </a:p>
        </p:txBody>
      </p:sp>
      <p:sp>
        <p:nvSpPr>
          <p:cNvPr id="7" name="スライド番号プレースホルダー 6"/>
          <p:cNvSpPr>
            <a:spLocks noGrp="1"/>
          </p:cNvSpPr>
          <p:nvPr>
            <p:ph type="sldNum" sz="quarter" idx="12"/>
          </p:nvPr>
        </p:nvSpPr>
        <p:spPr/>
        <p:txBody>
          <a:bodyPr/>
          <a:lstStyle>
            <a:lvl1pPr>
              <a:defRPr>
                <a:solidFill>
                  <a:schemeClr val="tx1"/>
                </a:solidFill>
              </a:defRPr>
            </a:lvl1pPr>
            <a:extLst/>
          </a:lstStyle>
          <a:p>
            <a:fld id="{9F64745C-3F12-42C6-85D1-C2BB3405CFE5}" type="slidenum">
              <a:rPr kumimoji="1" lang="ja-JP" altLang="en-US" smtClean="0"/>
              <a:t>‹#›</a:t>
            </a:fld>
            <a:endParaRPr kumimoji="1" lang="ja-JP" altLang="en-US"/>
          </a:p>
        </p:txBody>
      </p:sp>
      <p:sp>
        <p:nvSpPr>
          <p:cNvPr id="2" name="タイトル 1"/>
          <p:cNvSpPr>
            <a:spLocks noGrp="1"/>
          </p:cNvSpPr>
          <p:nvPr>
            <p:ph type="title"/>
          </p:nvPr>
        </p:nvSpPr>
        <p:spPr>
          <a:xfrm>
            <a:off x="304801" y="4865122"/>
            <a:ext cx="10767243" cy="562672"/>
          </a:xfrm>
          <a:noFill/>
        </p:spPr>
        <p:txBody>
          <a:bodyPr anchor="t">
            <a:sp3d prstMaterial="softEdge"/>
          </a:bodyPr>
          <a:lstStyle>
            <a:lvl1pPr marR="0" algn="r">
              <a:buNone/>
              <a:defRPr sz="2250" b="0">
                <a:solidFill>
                  <a:schemeClr val="accent1"/>
                </a:solidFill>
                <a:effectLst>
                  <a:outerShdw blurRad="50800" dist="25000" dir="5400000" algn="t" rotWithShape="0">
                    <a:prstClr val="black">
                      <a:alpha val="45000"/>
                    </a:prstClr>
                  </a:outerShdw>
                </a:effectLst>
              </a:defRPr>
            </a:lvl1pPr>
            <a:extLst/>
          </a:lstStyle>
          <a:p>
            <a:r>
              <a:rPr kumimoji="0" lang="ja-JP" altLang="en-US"/>
              <a:t>マスター タイトルの書式設定</a:t>
            </a:r>
            <a:endParaRPr kumimoji="0" lang="en-US"/>
          </a:p>
        </p:txBody>
      </p:sp>
      <p:sp>
        <p:nvSpPr>
          <p:cNvPr id="8" name="フリーフォーム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9" name="フリーフォーム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直角三角形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68580" tIns="34290" rIns="68580" bIns="34290" anchor="ctr" compatLnSpc="1"/>
          <a:lstStyle/>
          <a:p>
            <a:pPr algn="ctr" eaLnBrk="1" latinLnBrk="0" hangingPunct="1"/>
            <a:endParaRPr kumimoji="0" lang="en-US" sz="1350"/>
          </a:p>
        </p:txBody>
      </p:sp>
      <p:cxnSp>
        <p:nvCxnSpPr>
          <p:cNvPr id="11" name="直線コネクタ 10"/>
          <p:cNvCxnSpPr/>
          <p:nvPr/>
        </p:nvCxnSpPr>
        <p:spPr>
          <a:xfrm>
            <a:off x="-12316" y="5787743"/>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山形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350"/>
          </a:p>
        </p:txBody>
      </p:sp>
      <p:sp>
        <p:nvSpPr>
          <p:cNvPr id="13" name="山形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350"/>
          </a:p>
        </p:txBody>
      </p:sp>
    </p:spTree>
    <p:extLst>
      <p:ext uri="{BB962C8B-B14F-4D97-AF65-F5344CB8AC3E}">
        <p14:creationId xmlns:p14="http://schemas.microsoft.com/office/powerpoint/2010/main" val="42792323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0" lang="ja-JP" altLang="en-US"/>
              <a:t>マスター タイトルの書式設定</a:t>
            </a:r>
            <a:endParaRPr kumimoji="0" lang="en-US"/>
          </a:p>
        </p:txBody>
      </p:sp>
      <p:sp>
        <p:nvSpPr>
          <p:cNvPr id="3" name="縦書きテキスト プレースホルダー 2"/>
          <p:cNvSpPr>
            <a:spLocks noGrp="1"/>
          </p:cNvSpPr>
          <p:nvPr>
            <p:ph type="body" orient="vert" idx="1"/>
          </p:nvPr>
        </p:nvSpPr>
        <p:spPr>
          <a:xfrm>
            <a:off x="609600" y="1481333"/>
            <a:ext cx="10972800" cy="4386071"/>
          </a:xfrm>
        </p:spPr>
        <p:txBody>
          <a:bodyPr vert="eaVert"/>
          <a:lstStyle/>
          <a:p>
            <a:pPr lvl="0" eaLnBrk="1" latinLnBrk="0" hangingPunct="1"/>
            <a:r>
              <a:rPr lang="ja-JP" altLang="en-US"/>
              <a:t>マスター テキストの書式設定</a:t>
            </a:r>
          </a:p>
          <a:p>
            <a:pPr lvl="1" eaLnBrk="1" latinLnBrk="0" hangingPunct="1"/>
            <a:r>
              <a:rPr lang="ja-JP" altLang="en-US"/>
              <a:t>第 </a:t>
            </a:r>
            <a:r>
              <a:rPr lang="en-US" altLang="ja-JP"/>
              <a:t>2 </a:t>
            </a:r>
            <a:r>
              <a:rPr lang="ja-JP" altLang="en-US"/>
              <a:t>レベル</a:t>
            </a:r>
          </a:p>
          <a:p>
            <a:pPr lvl="2" eaLnBrk="1" latinLnBrk="0" hangingPunct="1"/>
            <a:r>
              <a:rPr lang="ja-JP" altLang="en-US"/>
              <a:t>第 </a:t>
            </a:r>
            <a:r>
              <a:rPr lang="en-US" altLang="ja-JP"/>
              <a:t>3 </a:t>
            </a:r>
            <a:r>
              <a:rPr lang="ja-JP" altLang="en-US"/>
              <a:t>レベル</a:t>
            </a:r>
          </a:p>
          <a:p>
            <a:pPr lvl="3" eaLnBrk="1" latinLnBrk="0" hangingPunct="1"/>
            <a:r>
              <a:rPr lang="ja-JP" altLang="en-US"/>
              <a:t>第 </a:t>
            </a:r>
            <a:r>
              <a:rPr lang="en-US" altLang="ja-JP"/>
              <a:t>4 </a:t>
            </a:r>
            <a:r>
              <a:rPr lang="ja-JP" altLang="en-US"/>
              <a:t>レベル</a:t>
            </a:r>
          </a:p>
          <a:p>
            <a:pPr lvl="4" eaLnBrk="1" latinLnBrk="0" hangingPunct="1"/>
            <a:r>
              <a:rPr lang="ja-JP" altLang="en-US"/>
              <a:t>第 </a:t>
            </a:r>
            <a:r>
              <a:rPr lang="en-US" altLang="ja-JP"/>
              <a:t>5 </a:t>
            </a:r>
            <a:r>
              <a:rPr lang="ja-JP" altLang="en-US"/>
              <a:t>レベル</a:t>
            </a:r>
            <a:endParaRPr kumimoji="0" lang="en-US"/>
          </a:p>
        </p:txBody>
      </p:sp>
      <p:sp>
        <p:nvSpPr>
          <p:cNvPr id="4" name="日付プレースホルダー 3"/>
          <p:cNvSpPr>
            <a:spLocks noGrp="1"/>
          </p:cNvSpPr>
          <p:nvPr>
            <p:ph type="dt" sz="half" idx="10"/>
          </p:nvPr>
        </p:nvSpPr>
        <p:spPr/>
        <p:txBody>
          <a:bodyPr/>
          <a:lstStyle/>
          <a:p>
            <a:fld id="{B51FEAD1-1FD2-4B73-AA47-08669B1C494A}" type="datetimeFigureOut">
              <a:rPr kumimoji="1" lang="ja-JP" altLang="en-US" smtClean="0"/>
              <a:t>2026/6/3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F64745C-3F12-42C6-85D1-C2BB3405CFE5}" type="slidenum">
              <a:rPr kumimoji="1" lang="ja-JP" altLang="en-US" smtClean="0"/>
              <a:t>‹#›</a:t>
            </a:fld>
            <a:endParaRPr kumimoji="1" lang="ja-JP" altLang="en-US"/>
          </a:p>
        </p:txBody>
      </p:sp>
    </p:spTree>
    <p:extLst>
      <p:ext uri="{BB962C8B-B14F-4D97-AF65-F5344CB8AC3E}">
        <p14:creationId xmlns:p14="http://schemas.microsoft.com/office/powerpoint/2010/main" val="361282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9125351" y="274645"/>
            <a:ext cx="2369960" cy="5592761"/>
          </a:xfrm>
        </p:spPr>
        <p:txBody>
          <a:bodyPr vert="eaVert"/>
          <a:lstStyle/>
          <a:p>
            <a:r>
              <a:rPr kumimoji="0" lang="ja-JP" altLang="en-US"/>
              <a:t>マスター タイトルの書式設定</a:t>
            </a:r>
            <a:endParaRPr kumimoji="0" lang="en-US"/>
          </a:p>
        </p:txBody>
      </p:sp>
      <p:sp>
        <p:nvSpPr>
          <p:cNvPr id="3" name="縦書きテキスト プレースホルダー 2"/>
          <p:cNvSpPr>
            <a:spLocks noGrp="1"/>
          </p:cNvSpPr>
          <p:nvPr>
            <p:ph type="body" orient="vert" idx="1"/>
          </p:nvPr>
        </p:nvSpPr>
        <p:spPr>
          <a:xfrm>
            <a:off x="609600" y="274641"/>
            <a:ext cx="8432800" cy="5592760"/>
          </a:xfrm>
        </p:spPr>
        <p:txBody>
          <a:bodyPr vert="eaVert"/>
          <a:lstStyle/>
          <a:p>
            <a:pPr lvl="0" eaLnBrk="1" latinLnBrk="0" hangingPunct="1"/>
            <a:r>
              <a:rPr lang="ja-JP" altLang="en-US"/>
              <a:t>マスター テキストの書式設定</a:t>
            </a:r>
          </a:p>
          <a:p>
            <a:pPr lvl="1" eaLnBrk="1" latinLnBrk="0" hangingPunct="1"/>
            <a:r>
              <a:rPr lang="ja-JP" altLang="en-US"/>
              <a:t>第 </a:t>
            </a:r>
            <a:r>
              <a:rPr lang="en-US" altLang="ja-JP"/>
              <a:t>2 </a:t>
            </a:r>
            <a:r>
              <a:rPr lang="ja-JP" altLang="en-US"/>
              <a:t>レベル</a:t>
            </a:r>
          </a:p>
          <a:p>
            <a:pPr lvl="2" eaLnBrk="1" latinLnBrk="0" hangingPunct="1"/>
            <a:r>
              <a:rPr lang="ja-JP" altLang="en-US"/>
              <a:t>第 </a:t>
            </a:r>
            <a:r>
              <a:rPr lang="en-US" altLang="ja-JP"/>
              <a:t>3 </a:t>
            </a:r>
            <a:r>
              <a:rPr lang="ja-JP" altLang="en-US"/>
              <a:t>レベル</a:t>
            </a:r>
          </a:p>
          <a:p>
            <a:pPr lvl="3" eaLnBrk="1" latinLnBrk="0" hangingPunct="1"/>
            <a:r>
              <a:rPr lang="ja-JP" altLang="en-US"/>
              <a:t>第 </a:t>
            </a:r>
            <a:r>
              <a:rPr lang="en-US" altLang="ja-JP"/>
              <a:t>4 </a:t>
            </a:r>
            <a:r>
              <a:rPr lang="ja-JP" altLang="en-US"/>
              <a:t>レベル</a:t>
            </a:r>
          </a:p>
          <a:p>
            <a:pPr lvl="4" eaLnBrk="1" latinLnBrk="0" hangingPunct="1"/>
            <a:r>
              <a:rPr lang="ja-JP" altLang="en-US"/>
              <a:t>第 </a:t>
            </a:r>
            <a:r>
              <a:rPr lang="en-US" altLang="ja-JP"/>
              <a:t>5 </a:t>
            </a:r>
            <a:r>
              <a:rPr lang="ja-JP" altLang="en-US"/>
              <a:t>レベル</a:t>
            </a:r>
            <a:endParaRPr kumimoji="0" lang="en-US"/>
          </a:p>
        </p:txBody>
      </p:sp>
      <p:sp>
        <p:nvSpPr>
          <p:cNvPr id="4" name="日付プレースホルダー 3"/>
          <p:cNvSpPr>
            <a:spLocks noGrp="1"/>
          </p:cNvSpPr>
          <p:nvPr>
            <p:ph type="dt" sz="half" idx="10"/>
          </p:nvPr>
        </p:nvSpPr>
        <p:spPr/>
        <p:txBody>
          <a:bodyPr/>
          <a:lstStyle/>
          <a:p>
            <a:fld id="{B51FEAD1-1FD2-4B73-AA47-08669B1C494A}" type="datetimeFigureOut">
              <a:rPr kumimoji="1" lang="ja-JP" altLang="en-US" smtClean="0"/>
              <a:t>2026/6/3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F64745C-3F12-42C6-85D1-C2BB3405CFE5}" type="slidenum">
              <a:rPr kumimoji="1" lang="ja-JP" altLang="en-US" smtClean="0"/>
              <a:t>‹#›</a:t>
            </a:fld>
            <a:endParaRPr kumimoji="1" lang="ja-JP" altLang="en-US"/>
          </a:p>
        </p:txBody>
      </p:sp>
    </p:spTree>
    <p:extLst>
      <p:ext uri="{BB962C8B-B14F-4D97-AF65-F5344CB8AC3E}">
        <p14:creationId xmlns:p14="http://schemas.microsoft.com/office/powerpoint/2010/main" val="2498953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フリーフォーム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2" name="フリーフォーム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4" name="直角三角形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68580" tIns="34290" rIns="68580" bIns="34290" anchor="ctr" compatLnSpc="1"/>
          <a:lstStyle/>
          <a:p>
            <a:pPr algn="ctr" eaLnBrk="1" latinLnBrk="0" hangingPunct="1"/>
            <a:endParaRPr kumimoji="0" lang="en-US" sz="1350"/>
          </a:p>
        </p:txBody>
      </p:sp>
      <p:cxnSp>
        <p:nvCxnSpPr>
          <p:cNvPr id="15" name="直線コネクタ 14"/>
          <p:cNvCxnSpPr/>
          <p:nvPr/>
        </p:nvCxnSpPr>
        <p:spPr>
          <a:xfrm>
            <a:off x="-12316" y="5787743"/>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タイトル プレースホルダー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ja-JP" altLang="en-US" dirty="0"/>
              <a:t>マスター タイトルの書式設定</a:t>
            </a:r>
            <a:endParaRPr kumimoji="0" lang="en-US" dirty="0"/>
          </a:p>
        </p:txBody>
      </p:sp>
      <p:sp>
        <p:nvSpPr>
          <p:cNvPr id="30" name="テキスト プレースホルダー 29"/>
          <p:cNvSpPr>
            <a:spLocks noGrp="1"/>
          </p:cNvSpPr>
          <p:nvPr>
            <p:ph type="body" idx="1"/>
          </p:nvPr>
        </p:nvSpPr>
        <p:spPr>
          <a:xfrm>
            <a:off x="609600" y="1481333"/>
            <a:ext cx="10972800" cy="4525963"/>
          </a:xfrm>
          <a:prstGeom prst="rect">
            <a:avLst/>
          </a:prstGeom>
        </p:spPr>
        <p:txBody>
          <a:bodyPr vert="horz">
            <a:normAutofit/>
          </a:bodyPr>
          <a:lstStyle/>
          <a:p>
            <a:pPr lvl="0" eaLnBrk="1" latinLnBrk="0" hangingPunct="1"/>
            <a:r>
              <a:rPr kumimoji="0" lang="ja-JP" altLang="en-US" dirty="0"/>
              <a:t>マスター テキストの書式設定</a:t>
            </a:r>
          </a:p>
          <a:p>
            <a:pPr lvl="1" eaLnBrk="1" latinLnBrk="0" hangingPunct="1"/>
            <a:r>
              <a:rPr kumimoji="0" lang="ja-JP" altLang="en-US" dirty="0"/>
              <a:t>第 </a:t>
            </a:r>
            <a:r>
              <a:rPr kumimoji="0" lang="en-US" altLang="ja-JP" dirty="0"/>
              <a:t>2 </a:t>
            </a:r>
            <a:r>
              <a:rPr kumimoji="0" lang="ja-JP" altLang="en-US" dirty="0"/>
              <a:t>レベル</a:t>
            </a:r>
          </a:p>
          <a:p>
            <a:pPr lvl="2" eaLnBrk="1" latinLnBrk="0" hangingPunct="1"/>
            <a:r>
              <a:rPr kumimoji="0" lang="ja-JP" altLang="en-US" dirty="0"/>
              <a:t>第 </a:t>
            </a:r>
            <a:r>
              <a:rPr kumimoji="0" lang="en-US" altLang="ja-JP" dirty="0"/>
              <a:t>3 </a:t>
            </a:r>
            <a:r>
              <a:rPr kumimoji="0" lang="ja-JP" altLang="en-US" dirty="0"/>
              <a:t>レベル</a:t>
            </a:r>
          </a:p>
          <a:p>
            <a:pPr lvl="3" eaLnBrk="1" latinLnBrk="0" hangingPunct="1"/>
            <a:r>
              <a:rPr kumimoji="0" lang="ja-JP" altLang="en-US" dirty="0"/>
              <a:t>第 </a:t>
            </a:r>
            <a:r>
              <a:rPr kumimoji="0" lang="en-US" altLang="ja-JP" dirty="0"/>
              <a:t>4 </a:t>
            </a:r>
            <a:r>
              <a:rPr kumimoji="0" lang="ja-JP" altLang="en-US" dirty="0"/>
              <a:t>レベル</a:t>
            </a:r>
          </a:p>
          <a:p>
            <a:pPr lvl="4" eaLnBrk="1" latinLnBrk="0" hangingPunct="1"/>
            <a:r>
              <a:rPr kumimoji="0" lang="ja-JP" altLang="en-US" dirty="0"/>
              <a:t>第 </a:t>
            </a:r>
            <a:r>
              <a:rPr kumimoji="0" lang="en-US" altLang="ja-JP" dirty="0"/>
              <a:t>5 </a:t>
            </a:r>
            <a:r>
              <a:rPr kumimoji="0" lang="ja-JP" altLang="en-US" dirty="0"/>
              <a:t>レベル</a:t>
            </a:r>
            <a:endParaRPr kumimoji="0" lang="en-US" dirty="0"/>
          </a:p>
        </p:txBody>
      </p:sp>
      <p:sp>
        <p:nvSpPr>
          <p:cNvPr id="10" name="日付プレースホルダー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750">
                <a:solidFill>
                  <a:schemeClr val="tx1"/>
                </a:solidFill>
              </a:defRPr>
            </a:lvl1pPr>
            <a:extLst/>
          </a:lstStyle>
          <a:p>
            <a:fld id="{B51FEAD1-1FD2-4B73-AA47-08669B1C494A}" type="datetimeFigureOut">
              <a:rPr kumimoji="1" lang="ja-JP" altLang="en-US" smtClean="0"/>
              <a:t>2026/6/3</a:t>
            </a:fld>
            <a:endParaRPr kumimoji="1" lang="ja-JP" altLang="en-US"/>
          </a:p>
        </p:txBody>
      </p:sp>
      <p:sp>
        <p:nvSpPr>
          <p:cNvPr id="22" name="フッター プレースホルダー 21"/>
          <p:cNvSpPr>
            <a:spLocks noGrp="1"/>
          </p:cNvSpPr>
          <p:nvPr>
            <p:ph type="ftr" sz="quarter" idx="3"/>
          </p:nvPr>
        </p:nvSpPr>
        <p:spPr>
          <a:xfrm>
            <a:off x="5840100" y="6407949"/>
            <a:ext cx="3134241" cy="365125"/>
          </a:xfrm>
          <a:prstGeom prst="rect">
            <a:avLst/>
          </a:prstGeom>
        </p:spPr>
        <p:txBody>
          <a:bodyPr vert="horz" anchor="b"/>
          <a:lstStyle>
            <a:lvl1pPr algn="r" eaLnBrk="1" latinLnBrk="0" hangingPunct="1">
              <a:defRPr kumimoji="0" sz="750">
                <a:solidFill>
                  <a:schemeClr val="tx1"/>
                </a:solidFill>
              </a:defRPr>
            </a:lvl1pPr>
            <a:extLst/>
          </a:lstStyle>
          <a:p>
            <a:endParaRPr kumimoji="1" lang="ja-JP" altLang="en-US"/>
          </a:p>
        </p:txBody>
      </p:sp>
      <p:sp>
        <p:nvSpPr>
          <p:cNvPr id="18" name="スライド番号プレースホルダー 17"/>
          <p:cNvSpPr>
            <a:spLocks noGrp="1"/>
          </p:cNvSpPr>
          <p:nvPr>
            <p:ph type="sldNum" sz="quarter" idx="4"/>
          </p:nvPr>
        </p:nvSpPr>
        <p:spPr>
          <a:xfrm>
            <a:off x="11529696" y="6407949"/>
            <a:ext cx="487680" cy="365125"/>
          </a:xfrm>
          <a:prstGeom prst="rect">
            <a:avLst/>
          </a:prstGeom>
        </p:spPr>
        <p:txBody>
          <a:bodyPr vert="horz" anchor="b"/>
          <a:lstStyle>
            <a:lvl1pPr algn="r" eaLnBrk="1" latinLnBrk="0" hangingPunct="1">
              <a:defRPr kumimoji="0" sz="750" b="0">
                <a:solidFill>
                  <a:schemeClr val="tx1"/>
                </a:solidFill>
              </a:defRPr>
            </a:lvl1pPr>
            <a:extLst/>
          </a:lstStyle>
          <a:p>
            <a:fld id="{9F64745C-3F12-42C6-85D1-C2BB3405CFE5}" type="slidenum">
              <a:rPr kumimoji="1" lang="ja-JP" altLang="en-US" smtClean="0"/>
              <a:t>‹#›</a:t>
            </a:fld>
            <a:endParaRPr kumimoji="1" lang="ja-JP" altLang="en-US"/>
          </a:p>
        </p:txBody>
      </p:sp>
      <p:sp>
        <p:nvSpPr>
          <p:cNvPr id="11" name="フッター プレースホルダ 8"/>
          <p:cNvSpPr txBox="1">
            <a:spLocks/>
          </p:cNvSpPr>
          <p:nvPr/>
        </p:nvSpPr>
        <p:spPr>
          <a:xfrm>
            <a:off x="2" y="6472114"/>
            <a:ext cx="2831639" cy="393846"/>
          </a:xfrm>
          <a:prstGeom prst="rect">
            <a:avLst/>
          </a:prstGeom>
        </p:spPr>
        <p:txBody>
          <a:bodyPr vert="horz" anchor="b"/>
          <a:lstStyle>
            <a:defPPr>
              <a:defRPr lang="ja-JP"/>
            </a:defPPr>
            <a:lvl1pPr marL="0" algn="r" defTabSz="914400" rtl="0" eaLnBrk="1" latinLnBrk="0" hangingPunct="1">
              <a:defRPr kumimoji="0" sz="10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r>
              <a:rPr lang="en-US" altLang="ja-JP" sz="900" b="0" dirty="0">
                <a:solidFill>
                  <a:schemeClr val="bg1"/>
                </a:solidFill>
                <a:latin typeface="Times New Roman" panose="02020603050405020304" pitchFamily="18" charset="0"/>
                <a:cs typeface="Times New Roman" panose="02020603050405020304" pitchFamily="18" charset="0"/>
              </a:rPr>
              <a:t>FiNF2025, Dec. 8 @</a:t>
            </a:r>
            <a:r>
              <a:rPr lang="ja-JP" altLang="en-US" sz="900" b="0" dirty="0">
                <a:solidFill>
                  <a:schemeClr val="bg1"/>
                </a:solidFill>
                <a:latin typeface="Times New Roman" panose="02020603050405020304" pitchFamily="18" charset="0"/>
                <a:cs typeface="Times New Roman" panose="02020603050405020304" pitchFamily="18" charset="0"/>
              </a:rPr>
              <a:t>名城大学</a:t>
            </a:r>
            <a:endParaRPr lang="en-US" altLang="ja-JP" sz="900" b="0" dirty="0">
              <a:solidFill>
                <a:schemeClr val="bg1"/>
              </a:solidFill>
              <a:latin typeface="Times New Roman" panose="02020603050405020304" pitchFamily="18" charset="0"/>
              <a:cs typeface="Times New Roman" panose="02020603050405020304" pitchFamily="18" charset="0"/>
            </a:endParaRPr>
          </a:p>
        </p:txBody>
      </p:sp>
      <p:sp>
        <p:nvSpPr>
          <p:cNvPr id="16" name="フッター プレースホルダ 8"/>
          <p:cNvSpPr txBox="1">
            <a:spLocks/>
          </p:cNvSpPr>
          <p:nvPr/>
        </p:nvSpPr>
        <p:spPr>
          <a:xfrm>
            <a:off x="9785" y="26634"/>
            <a:ext cx="1348499" cy="393846"/>
          </a:xfrm>
          <a:prstGeom prst="rect">
            <a:avLst/>
          </a:prstGeom>
        </p:spPr>
        <p:txBody>
          <a:bodyPr vert="horz" anchor="b"/>
          <a:lstStyle>
            <a:defPPr>
              <a:defRPr lang="ja-JP"/>
            </a:defPPr>
            <a:lvl1pPr marL="0" algn="r" defTabSz="914400" rtl="0" eaLnBrk="1" latinLnBrk="0" hangingPunct="1">
              <a:defRPr kumimoji="0" sz="10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r>
              <a:rPr lang="en-US" sz="2400" baseline="0" dirty="0">
                <a:latin typeface="Times New Roman" panose="02020603050405020304" pitchFamily="18" charset="0"/>
                <a:cs typeface="Times New Roman" panose="02020603050405020304" pitchFamily="18" charset="0"/>
              </a:rPr>
              <a:t> </a:t>
            </a:r>
            <a:fld id="{D5792742-3484-4657-AF98-309408074C27}" type="slidenum">
              <a:rPr kumimoji="1" lang="en-US" altLang="ja-JP" sz="2400" b="0" smtClean="0">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pPr/>
              <a:t>‹#›</a:t>
            </a:fld>
            <a:r>
              <a:rPr kumimoji="1" lang="en-US" altLang="ja-JP" sz="2400" b="0" dirty="0">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/19</a:t>
            </a:r>
            <a:endParaRPr lang="en-US" sz="2400" dirty="0">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13160859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1" sz="4400" b="1" kern="1200">
          <a:solidFill>
            <a:srgbClr val="4D4D4D"/>
          </a:solidFill>
          <a:effectLst>
            <a:outerShdw blurRad="31750" dist="25400" dir="5400000" algn="tl" rotWithShape="0">
              <a:srgbClr val="000000">
                <a:alpha val="25000"/>
              </a:srgbClr>
            </a:outerShdw>
          </a:effectLst>
          <a:latin typeface="Times New Roman" panose="02020603050405020304" pitchFamily="18" charset="0"/>
          <a:ea typeface="+mj-ea"/>
          <a:cs typeface="Times New Roman" panose="02020603050405020304" pitchFamily="18" charset="0"/>
        </a:defRPr>
      </a:lvl1pPr>
      <a:extLst/>
    </p:titleStyle>
    <p:bodyStyle>
      <a:lvl1pPr marL="274320" indent="-192024" algn="l" rtl="0" eaLnBrk="1" latinLnBrk="0" hangingPunct="1">
        <a:spcBef>
          <a:spcPts val="300"/>
        </a:spcBef>
        <a:spcAft>
          <a:spcPts val="0"/>
        </a:spcAft>
        <a:buClr>
          <a:schemeClr val="accent1"/>
        </a:buClr>
        <a:buSzPct val="68000"/>
        <a:buFont typeface="Wingdings 3"/>
        <a:buChar char=""/>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1pPr>
      <a:lvl2pPr marL="466344" indent="-171450" algn="l" rtl="0" eaLnBrk="1" latinLnBrk="0" hangingPunct="1">
        <a:spcBef>
          <a:spcPts val="243"/>
        </a:spcBef>
        <a:buClr>
          <a:schemeClr val="accent1"/>
        </a:buClr>
        <a:buSzPct val="50000"/>
        <a:buFont typeface="Wingdings" panose="05000000000000000000" pitchFamily="2" charset="2"/>
        <a:buChar char="u"/>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2pPr>
      <a:lvl3pPr marL="644652" indent="-171450" algn="l" rtl="0" eaLnBrk="1" latinLnBrk="0" hangingPunct="1">
        <a:spcBef>
          <a:spcPts val="263"/>
        </a:spcBef>
        <a:buClr>
          <a:srgbClr val="00B0F0"/>
        </a:buClr>
        <a:buSzPct val="100000"/>
        <a:buFont typeface="Wingdings 2"/>
        <a:buChar char=""/>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3pPr>
      <a:lvl4pPr marL="857250" indent="-171450" algn="l" rtl="0" eaLnBrk="1" latinLnBrk="0" hangingPunct="1">
        <a:spcBef>
          <a:spcPts val="263"/>
        </a:spcBef>
        <a:buClr>
          <a:srgbClr val="00B0F0"/>
        </a:buClr>
        <a:buFont typeface="Wingdings 2"/>
        <a:buChar char=""/>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4pPr>
      <a:lvl5pPr marL="1028700" indent="-171450" algn="l" rtl="0" eaLnBrk="1" latinLnBrk="0" hangingPunct="1">
        <a:spcBef>
          <a:spcPts val="263"/>
        </a:spcBef>
        <a:buClr>
          <a:srgbClr val="00B0F0"/>
        </a:buClr>
        <a:buFont typeface="Wingdings 2"/>
        <a:buChar char=""/>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5pPr>
      <a:lvl6pPr marL="1200150" indent="-171450" algn="l" rtl="0" eaLnBrk="1" latinLnBrk="0" hangingPunct="1">
        <a:spcBef>
          <a:spcPts val="263"/>
        </a:spcBef>
        <a:buClr>
          <a:schemeClr val="accent3"/>
        </a:buClr>
        <a:buFont typeface="Wingdings 2"/>
        <a:buChar char=""/>
        <a:defRPr kumimoji="1" sz="1350" kern="1200">
          <a:solidFill>
            <a:schemeClr val="tx1"/>
          </a:solidFill>
          <a:latin typeface="+mn-lt"/>
          <a:ea typeface="+mn-ea"/>
          <a:cs typeface="+mn-cs"/>
        </a:defRPr>
      </a:lvl6pPr>
      <a:lvl7pPr marL="1371600" indent="-171450" algn="l" rtl="0" eaLnBrk="1" latinLnBrk="0" hangingPunct="1">
        <a:spcBef>
          <a:spcPts val="263"/>
        </a:spcBef>
        <a:buClr>
          <a:schemeClr val="accent3"/>
        </a:buClr>
        <a:buFont typeface="Wingdings 2"/>
        <a:buChar char=""/>
        <a:defRPr kumimoji="1" sz="1200" kern="1200">
          <a:solidFill>
            <a:schemeClr val="tx1"/>
          </a:solidFill>
          <a:latin typeface="+mn-lt"/>
          <a:ea typeface="+mn-ea"/>
          <a:cs typeface="+mn-cs"/>
        </a:defRPr>
      </a:lvl7pPr>
      <a:lvl8pPr marL="1543050" indent="-171450" algn="l" rtl="0" eaLnBrk="1" latinLnBrk="0" hangingPunct="1">
        <a:spcBef>
          <a:spcPts val="263"/>
        </a:spcBef>
        <a:buClr>
          <a:schemeClr val="accent3"/>
        </a:buClr>
        <a:buFont typeface="Wingdings 2"/>
        <a:buChar char=""/>
        <a:defRPr kumimoji="1" sz="1200" kern="1200">
          <a:solidFill>
            <a:schemeClr val="tx1"/>
          </a:solidFill>
          <a:latin typeface="+mn-lt"/>
          <a:ea typeface="+mn-ea"/>
          <a:cs typeface="+mn-cs"/>
        </a:defRPr>
      </a:lvl8pPr>
      <a:lvl9pPr marL="1714500" indent="-171450" algn="l" rtl="0" eaLnBrk="1" latinLnBrk="0" hangingPunct="1">
        <a:spcBef>
          <a:spcPts val="263"/>
        </a:spcBef>
        <a:buClr>
          <a:schemeClr val="accent3"/>
        </a:buClr>
        <a:buFont typeface="Wingdings 2"/>
        <a:buChar char=""/>
        <a:defRPr kumimoji="1" sz="1200" kern="1200" baseline="0">
          <a:solidFill>
            <a:schemeClr val="tx1"/>
          </a:solidFill>
          <a:latin typeface="+mn-lt"/>
          <a:ea typeface="+mn-ea"/>
          <a:cs typeface="+mn-cs"/>
        </a:defRPr>
      </a:lvl9pPr>
      <a:extLst/>
    </p:bodyStyle>
    <p:otherStyle>
      <a:lvl1pPr marL="0" algn="l" rtl="0" eaLnBrk="1" latinLnBrk="0" hangingPunct="1">
        <a:defRPr kumimoji="1" kern="1200">
          <a:solidFill>
            <a:schemeClr val="tx1"/>
          </a:solidFill>
          <a:latin typeface="+mn-lt"/>
          <a:ea typeface="+mn-ea"/>
          <a:cs typeface="+mn-cs"/>
        </a:defRPr>
      </a:lvl1pPr>
      <a:lvl2pPr marL="342900" algn="l" rtl="0" eaLnBrk="1" latinLnBrk="0" hangingPunct="1">
        <a:defRPr kumimoji="1" kern="1200">
          <a:solidFill>
            <a:schemeClr val="tx1"/>
          </a:solidFill>
          <a:latin typeface="+mn-lt"/>
          <a:ea typeface="+mn-ea"/>
          <a:cs typeface="+mn-cs"/>
        </a:defRPr>
      </a:lvl2pPr>
      <a:lvl3pPr marL="685800" algn="l" rtl="0" eaLnBrk="1" latinLnBrk="0" hangingPunct="1">
        <a:defRPr kumimoji="1" kern="1200">
          <a:solidFill>
            <a:schemeClr val="tx1"/>
          </a:solidFill>
          <a:latin typeface="+mn-lt"/>
          <a:ea typeface="+mn-ea"/>
          <a:cs typeface="+mn-cs"/>
        </a:defRPr>
      </a:lvl3pPr>
      <a:lvl4pPr marL="1028700" algn="l" rtl="0" eaLnBrk="1" latinLnBrk="0" hangingPunct="1">
        <a:defRPr kumimoji="1" kern="1200">
          <a:solidFill>
            <a:schemeClr val="tx1"/>
          </a:solidFill>
          <a:latin typeface="+mn-lt"/>
          <a:ea typeface="+mn-ea"/>
          <a:cs typeface="+mn-cs"/>
        </a:defRPr>
      </a:lvl4pPr>
      <a:lvl5pPr marL="1371600" algn="l" rtl="0" eaLnBrk="1" latinLnBrk="0" hangingPunct="1">
        <a:defRPr kumimoji="1" kern="1200">
          <a:solidFill>
            <a:schemeClr val="tx1"/>
          </a:solidFill>
          <a:latin typeface="+mn-lt"/>
          <a:ea typeface="+mn-ea"/>
          <a:cs typeface="+mn-cs"/>
        </a:defRPr>
      </a:lvl5pPr>
      <a:lvl6pPr marL="1714500" algn="l" rtl="0" eaLnBrk="1" latinLnBrk="0" hangingPunct="1">
        <a:defRPr kumimoji="1" kern="1200">
          <a:solidFill>
            <a:schemeClr val="tx1"/>
          </a:solidFill>
          <a:latin typeface="+mn-lt"/>
          <a:ea typeface="+mn-ea"/>
          <a:cs typeface="+mn-cs"/>
        </a:defRPr>
      </a:lvl6pPr>
      <a:lvl7pPr marL="2057400" algn="l" rtl="0" eaLnBrk="1" latinLnBrk="0" hangingPunct="1">
        <a:defRPr kumimoji="1" kern="1200">
          <a:solidFill>
            <a:schemeClr val="tx1"/>
          </a:solidFill>
          <a:latin typeface="+mn-lt"/>
          <a:ea typeface="+mn-ea"/>
          <a:cs typeface="+mn-cs"/>
        </a:defRPr>
      </a:lvl7pPr>
      <a:lvl8pPr marL="2400300" algn="l" rtl="0" eaLnBrk="1" latinLnBrk="0" hangingPunct="1">
        <a:defRPr kumimoji="1" kern="1200">
          <a:solidFill>
            <a:schemeClr val="tx1"/>
          </a:solidFill>
          <a:latin typeface="+mn-lt"/>
          <a:ea typeface="+mn-ea"/>
          <a:cs typeface="+mn-cs"/>
        </a:defRPr>
      </a:lvl8pPr>
      <a:lvl9pPr marL="2743200" algn="l" rtl="0" eaLnBrk="1" latinLnBrk="0" hangingPunct="1">
        <a:defRPr kumimoji="1" kern="1200">
          <a:solidFill>
            <a:schemeClr val="tx1"/>
          </a:solidFill>
          <a:latin typeface="+mn-lt"/>
          <a:ea typeface="+mn-ea"/>
          <a:cs typeface="+mn-cs"/>
        </a:defRPr>
      </a:lvl9pPr>
      <a:extLst/>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7.svg"/><Relationship Id="rId3" Type="http://schemas.openxmlformats.org/officeDocument/2006/relationships/image" Target="../media/image9.svg"/><Relationship Id="rId7" Type="http://schemas.openxmlformats.org/officeDocument/2006/relationships/image" Target="../media/image11.svg"/><Relationship Id="rId12"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5.svg"/><Relationship Id="rId5" Type="http://schemas.openxmlformats.org/officeDocument/2006/relationships/image" Target="../media/image8.svg"/><Relationship Id="rId10" Type="http://schemas.openxmlformats.org/officeDocument/2006/relationships/image" Target="../media/image14.svg"/><Relationship Id="rId4" Type="http://schemas.openxmlformats.org/officeDocument/2006/relationships/image" Target="../media/image4.svg"/><Relationship Id="rId9" Type="http://schemas.openxmlformats.org/officeDocument/2006/relationships/image" Target="../media/image13.svg"/><Relationship Id="rId14" Type="http://schemas.openxmlformats.org/officeDocument/2006/relationships/image" Target="../media/image17.svg"/></Relationships>
</file>

<file path=ppt/slides/_rels/slide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4.svg"/><Relationship Id="rId7" Type="http://schemas.openxmlformats.org/officeDocument/2006/relationships/image" Target="../media/image17.svg"/><Relationship Id="rId12"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6.svg"/><Relationship Id="rId5" Type="http://schemas.openxmlformats.org/officeDocument/2006/relationships/image" Target="../media/image12.svg"/><Relationship Id="rId10" Type="http://schemas.openxmlformats.org/officeDocument/2006/relationships/image" Target="../media/image5.svg"/><Relationship Id="rId4" Type="http://schemas.openxmlformats.org/officeDocument/2006/relationships/image" Target="../media/image11.svg"/><Relationship Id="rId9"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4.svg"/><Relationship Id="rId2" Type="http://schemas.openxmlformats.org/officeDocument/2006/relationships/image" Target="../media/image2.svg"/><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8.svg"/><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1.svg"/><Relationship Id="rId3" Type="http://schemas.openxmlformats.org/officeDocument/2006/relationships/image" Target="../media/image2.svg"/><Relationship Id="rId7" Type="http://schemas.openxmlformats.org/officeDocument/2006/relationships/image" Target="../media/image27.svg"/><Relationship Id="rId12" Type="http://schemas.openxmlformats.org/officeDocument/2006/relationships/image" Target="../media/image3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6.svg"/><Relationship Id="rId11" Type="http://schemas.openxmlformats.org/officeDocument/2006/relationships/image" Target="../media/image29.svg"/><Relationship Id="rId5" Type="http://schemas.openxmlformats.org/officeDocument/2006/relationships/image" Target="../media/image9.svg"/><Relationship Id="rId15" Type="http://schemas.openxmlformats.org/officeDocument/2006/relationships/image" Target="../media/image33.svg"/><Relationship Id="rId10" Type="http://schemas.openxmlformats.org/officeDocument/2006/relationships/image" Target="../media/image8.svg"/><Relationship Id="rId4" Type="http://schemas.openxmlformats.org/officeDocument/2006/relationships/image" Target="../media/image25.svg"/><Relationship Id="rId9" Type="http://schemas.openxmlformats.org/officeDocument/2006/relationships/image" Target="../media/image7.svg"/><Relationship Id="rId14" Type="http://schemas.openxmlformats.org/officeDocument/2006/relationships/image" Target="../media/image32.svg"/></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20.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sv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svg"/><Relationship Id="rId7" Type="http://schemas.openxmlformats.org/officeDocument/2006/relationships/image" Target="../media/image39.svg"/><Relationship Id="rId12" Type="http://schemas.openxmlformats.org/officeDocument/2006/relationships/image" Target="../media/image19.svg"/><Relationship Id="rId2" Type="http://schemas.openxmlformats.org/officeDocument/2006/relationships/image" Target="../media/image34.svg"/><Relationship Id="rId1" Type="http://schemas.openxmlformats.org/officeDocument/2006/relationships/slideLayout" Target="../slideLayouts/slideLayout2.xml"/><Relationship Id="rId6" Type="http://schemas.openxmlformats.org/officeDocument/2006/relationships/image" Target="../media/image38.svg"/><Relationship Id="rId11" Type="http://schemas.openxmlformats.org/officeDocument/2006/relationships/image" Target="../media/image8.svg"/><Relationship Id="rId5" Type="http://schemas.openxmlformats.org/officeDocument/2006/relationships/image" Target="../media/image37.svg"/><Relationship Id="rId10" Type="http://schemas.openxmlformats.org/officeDocument/2006/relationships/image" Target="../media/image25.svg"/><Relationship Id="rId4" Type="http://schemas.openxmlformats.org/officeDocument/2006/relationships/image" Target="../media/image36.svg"/><Relationship Id="rId9" Type="http://schemas.openxmlformats.org/officeDocument/2006/relationships/image" Target="../media/image41.svg"/></Relationships>
</file>

<file path=ppt/slides/_rels/slide1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1A097-8824-E855-D261-95FF33BFC5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A34527-15AD-29D3-1130-D964FC459126}"/>
              </a:ext>
            </a:extLst>
          </p:cNvPr>
          <p:cNvSpPr>
            <a:spLocks noGrp="1"/>
          </p:cNvSpPr>
          <p:nvPr>
            <p:ph type="ctrTitle"/>
          </p:nvPr>
        </p:nvSpPr>
        <p:spPr>
          <a:xfrm>
            <a:off x="914400" y="1750141"/>
            <a:ext cx="10363200" cy="1832225"/>
          </a:xfrm>
        </p:spPr>
        <p:txBody>
          <a:bodyPr anchor="ctr">
            <a:normAutofit/>
          </a:bodyPr>
          <a:lstStyle/>
          <a:p>
            <a:pPr algn="ctr"/>
            <a:r>
              <a:rPr kumimoji="1" lang="ja-JP" altLang="en-US" sz="6000" dirty="0"/>
              <a:t>連合学習</a:t>
            </a:r>
          </a:p>
        </p:txBody>
      </p:sp>
      <p:sp>
        <p:nvSpPr>
          <p:cNvPr id="3" name="字幕 2">
            <a:extLst>
              <a:ext uri="{FF2B5EF4-FFF2-40B4-BE49-F238E27FC236}">
                <a16:creationId xmlns:a16="http://schemas.microsoft.com/office/drawing/2014/main" id="{933F8CBC-896E-C185-B600-7E70E0D61FB7}"/>
              </a:ext>
            </a:extLst>
          </p:cNvPr>
          <p:cNvSpPr>
            <a:spLocks noGrp="1"/>
          </p:cNvSpPr>
          <p:nvPr>
            <p:ph type="subTitle" idx="1"/>
          </p:nvPr>
        </p:nvSpPr>
        <p:spPr/>
        <p:txBody>
          <a:bodyPr>
            <a:normAutofit/>
          </a:bodyPr>
          <a:lstStyle/>
          <a:p>
            <a:pPr algn="ctr"/>
            <a:r>
              <a:rPr kumimoji="1" lang="en-US" altLang="ja-JP" sz="2800" dirty="0"/>
              <a:t>2025/12/19,</a:t>
            </a:r>
            <a:r>
              <a:rPr lang="ja-JP" altLang="en-US" dirty="0"/>
              <a:t> </a:t>
            </a:r>
            <a:r>
              <a:rPr kumimoji="1" lang="en-US" altLang="ja-JP" sz="2800" dirty="0"/>
              <a:t>22</a:t>
            </a:r>
          </a:p>
        </p:txBody>
      </p:sp>
    </p:spTree>
    <p:extLst>
      <p:ext uri="{BB962C8B-B14F-4D97-AF65-F5344CB8AC3E}">
        <p14:creationId xmlns:p14="http://schemas.microsoft.com/office/powerpoint/2010/main" val="138336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53815-1B6E-E59B-DABF-26338ECAB602}"/>
            </a:ext>
          </a:extLst>
        </p:cNvPr>
        <p:cNvGrpSpPr/>
        <p:nvPr/>
      </p:nvGrpSpPr>
      <p:grpSpPr>
        <a:xfrm>
          <a:off x="0" y="0"/>
          <a:ext cx="0" cy="0"/>
          <a:chOff x="0" y="0"/>
          <a:chExt cx="0" cy="0"/>
        </a:xfrm>
      </p:grpSpPr>
      <p:sp>
        <p:nvSpPr>
          <p:cNvPr id="23" name="四角形: 角を丸くする 22">
            <a:extLst>
              <a:ext uri="{FF2B5EF4-FFF2-40B4-BE49-F238E27FC236}">
                <a16:creationId xmlns:a16="http://schemas.microsoft.com/office/drawing/2014/main" id="{7E6E7005-223E-F4FB-68EB-77E007BDF9C5}"/>
              </a:ext>
            </a:extLst>
          </p:cNvPr>
          <p:cNvSpPr/>
          <p:nvPr/>
        </p:nvSpPr>
        <p:spPr>
          <a:xfrm>
            <a:off x="6972300" y="712318"/>
            <a:ext cx="5050871" cy="261190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1">
            <a:extLst>
              <a:ext uri="{FF2B5EF4-FFF2-40B4-BE49-F238E27FC236}">
                <a16:creationId xmlns:a16="http://schemas.microsoft.com/office/drawing/2014/main" id="{04879FCF-93BA-D816-E42E-18C64949850A}"/>
              </a:ext>
            </a:extLst>
          </p:cNvPr>
          <p:cNvSpPr>
            <a:spLocks noGrp="1"/>
          </p:cNvSpPr>
          <p:nvPr>
            <p:ph idx="1"/>
          </p:nvPr>
        </p:nvSpPr>
        <p:spPr>
          <a:xfrm>
            <a:off x="609600" y="1481333"/>
            <a:ext cx="6496050" cy="4762151"/>
          </a:xfrm>
        </p:spPr>
        <p:txBody>
          <a:bodyPr>
            <a:normAutofit/>
          </a:bodyPr>
          <a:lstStyle/>
          <a:p>
            <a:r>
              <a:rPr kumimoji="1" lang="ja-JP" altLang="en-US" dirty="0"/>
              <a:t>連合学習とは</a:t>
            </a:r>
            <a:endParaRPr kumimoji="1" lang="en-US" altLang="ja-JP" dirty="0"/>
          </a:p>
          <a:p>
            <a:pPr lvl="1"/>
            <a:r>
              <a:rPr lang="ja-JP" altLang="en-US" dirty="0">
                <a:solidFill>
                  <a:srgbClr val="FF0000"/>
                </a:solidFill>
              </a:rPr>
              <a:t>データ共有なしに複数人で協力</a:t>
            </a:r>
            <a:r>
              <a:rPr lang="ja-JP" altLang="en-US" dirty="0"/>
              <a:t>してモデルを開発する手法</a:t>
            </a:r>
            <a:endParaRPr lang="en-US" altLang="ja-JP" dirty="0"/>
          </a:p>
          <a:p>
            <a:pPr lvl="1"/>
            <a:endParaRPr kumimoji="1" lang="en-US" altLang="ja-JP" dirty="0"/>
          </a:p>
          <a:p>
            <a:r>
              <a:rPr lang="ja-JP" altLang="en-US" dirty="0"/>
              <a:t>従来の学習手法</a:t>
            </a:r>
            <a:endParaRPr lang="en-US" altLang="ja-JP" dirty="0"/>
          </a:p>
          <a:p>
            <a:pPr lvl="1"/>
            <a:r>
              <a:rPr kumimoji="1" lang="ja-JP" altLang="en-US" dirty="0">
                <a:solidFill>
                  <a:srgbClr val="00B0F0"/>
                </a:solidFill>
              </a:rPr>
              <a:t>データを</a:t>
            </a:r>
            <a:r>
              <a:rPr kumimoji="1" lang="en-US" altLang="ja-JP" dirty="0">
                <a:solidFill>
                  <a:srgbClr val="00B0F0"/>
                </a:solidFill>
              </a:rPr>
              <a:t>1</a:t>
            </a:r>
            <a:r>
              <a:rPr kumimoji="1" lang="ja-JP" altLang="en-US" dirty="0">
                <a:solidFill>
                  <a:srgbClr val="00B0F0"/>
                </a:solidFill>
              </a:rPr>
              <a:t>箇所に集約</a:t>
            </a:r>
            <a:r>
              <a:rPr kumimoji="1" lang="ja-JP" altLang="en-US" dirty="0"/>
              <a:t>して学習</a:t>
            </a:r>
            <a:endParaRPr kumimoji="1" lang="en-US" altLang="ja-JP" dirty="0"/>
          </a:p>
          <a:p>
            <a:pPr lvl="1"/>
            <a:endParaRPr lang="en-US" altLang="ja-JP" dirty="0"/>
          </a:p>
          <a:p>
            <a:r>
              <a:rPr kumimoji="1" lang="ja-JP" altLang="en-US" dirty="0"/>
              <a:t>連合学習</a:t>
            </a:r>
            <a:endParaRPr kumimoji="1" lang="en-US" altLang="ja-JP" dirty="0"/>
          </a:p>
          <a:p>
            <a:pPr lvl="1"/>
            <a:r>
              <a:rPr lang="ja-JP" altLang="en-US" dirty="0">
                <a:solidFill>
                  <a:srgbClr val="FF0000"/>
                </a:solidFill>
              </a:rPr>
              <a:t>モデルのみ</a:t>
            </a:r>
            <a:r>
              <a:rPr lang="ja-JP" altLang="en-US" dirty="0"/>
              <a:t>を集約して学習</a:t>
            </a:r>
            <a:endParaRPr kumimoji="1" lang="ja-JP" altLang="en-US" dirty="0"/>
          </a:p>
        </p:txBody>
      </p:sp>
      <p:sp>
        <p:nvSpPr>
          <p:cNvPr id="3" name="タイトル 2">
            <a:extLst>
              <a:ext uri="{FF2B5EF4-FFF2-40B4-BE49-F238E27FC236}">
                <a16:creationId xmlns:a16="http://schemas.microsoft.com/office/drawing/2014/main" id="{1DD648A4-D835-5F6B-F258-D08267F519B9}"/>
              </a:ext>
            </a:extLst>
          </p:cNvPr>
          <p:cNvSpPr>
            <a:spLocks noGrp="1"/>
          </p:cNvSpPr>
          <p:nvPr>
            <p:ph type="title"/>
          </p:nvPr>
        </p:nvSpPr>
        <p:spPr/>
        <p:txBody>
          <a:bodyPr/>
          <a:lstStyle/>
          <a:p>
            <a:r>
              <a:rPr lang="ja-JP" altLang="en-US" dirty="0"/>
              <a:t>連合学習とは</a:t>
            </a:r>
            <a:endParaRPr kumimoji="1" lang="ja-JP" altLang="en-US" dirty="0"/>
          </a:p>
        </p:txBody>
      </p:sp>
      <p:pic>
        <p:nvPicPr>
          <p:cNvPr id="9" name="グラフィックス 8">
            <a:extLst>
              <a:ext uri="{FF2B5EF4-FFF2-40B4-BE49-F238E27FC236}">
                <a16:creationId xmlns:a16="http://schemas.microsoft.com/office/drawing/2014/main" id="{0B49D2C3-31C1-FB67-E39E-1EF4D1AC57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30035" y="1600736"/>
            <a:ext cx="1413955" cy="1413955"/>
          </a:xfrm>
          <a:prstGeom prst="rect">
            <a:avLst/>
          </a:prstGeom>
        </p:spPr>
      </p:pic>
      <p:sp>
        <p:nvSpPr>
          <p:cNvPr id="10" name="テキスト ボックス 9">
            <a:extLst>
              <a:ext uri="{FF2B5EF4-FFF2-40B4-BE49-F238E27FC236}">
                <a16:creationId xmlns:a16="http://schemas.microsoft.com/office/drawing/2014/main" id="{4F0DDFCC-9A22-6D29-7F92-11A74623C774}"/>
              </a:ext>
            </a:extLst>
          </p:cNvPr>
          <p:cNvSpPr txBox="1"/>
          <p:nvPr/>
        </p:nvSpPr>
        <p:spPr>
          <a:xfrm>
            <a:off x="10302970" y="1256647"/>
            <a:ext cx="1668084" cy="400110"/>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中央サーバ</a:t>
            </a:r>
          </a:p>
        </p:txBody>
      </p:sp>
      <p:pic>
        <p:nvPicPr>
          <p:cNvPr id="12" name="グラフィックス 11">
            <a:extLst>
              <a:ext uri="{FF2B5EF4-FFF2-40B4-BE49-F238E27FC236}">
                <a16:creationId xmlns:a16="http://schemas.microsoft.com/office/drawing/2014/main" id="{EDD57BB9-051C-B524-D731-00FDE43B66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72801" y="1185411"/>
            <a:ext cx="972640" cy="972640"/>
          </a:xfrm>
          <a:prstGeom prst="rect">
            <a:avLst/>
          </a:prstGeom>
        </p:spPr>
      </p:pic>
      <p:pic>
        <p:nvPicPr>
          <p:cNvPr id="15" name="グラフィックス 14">
            <a:extLst>
              <a:ext uri="{FF2B5EF4-FFF2-40B4-BE49-F238E27FC236}">
                <a16:creationId xmlns:a16="http://schemas.microsoft.com/office/drawing/2014/main" id="{D1C6D5B8-7186-E927-272E-AAE161390D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9285" y="1405083"/>
            <a:ext cx="813869" cy="813869"/>
          </a:xfrm>
          <a:prstGeom prst="rect">
            <a:avLst/>
          </a:prstGeom>
        </p:spPr>
      </p:pic>
      <p:pic>
        <p:nvPicPr>
          <p:cNvPr id="17" name="グラフィックス 16">
            <a:extLst>
              <a:ext uri="{FF2B5EF4-FFF2-40B4-BE49-F238E27FC236}">
                <a16:creationId xmlns:a16="http://schemas.microsoft.com/office/drawing/2014/main" id="{B089C34A-EB1B-DA2F-EA5C-EB59A6C9AF0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87621" y="2196677"/>
            <a:ext cx="1143000" cy="1143000"/>
          </a:xfrm>
          <a:prstGeom prst="rect">
            <a:avLst/>
          </a:prstGeom>
        </p:spPr>
      </p:pic>
      <p:pic>
        <p:nvPicPr>
          <p:cNvPr id="19" name="グラフィックス 18">
            <a:extLst>
              <a:ext uri="{FF2B5EF4-FFF2-40B4-BE49-F238E27FC236}">
                <a16:creationId xmlns:a16="http://schemas.microsoft.com/office/drawing/2014/main" id="{11FEE061-FF7C-144F-E278-C6F4DFF750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87543" y="2421205"/>
            <a:ext cx="825852" cy="825852"/>
          </a:xfrm>
          <a:prstGeom prst="rect">
            <a:avLst/>
          </a:prstGeom>
        </p:spPr>
      </p:pic>
      <p:pic>
        <p:nvPicPr>
          <p:cNvPr id="20" name="グラフィックス 19">
            <a:extLst>
              <a:ext uri="{FF2B5EF4-FFF2-40B4-BE49-F238E27FC236}">
                <a16:creationId xmlns:a16="http://schemas.microsoft.com/office/drawing/2014/main" id="{326F0AC4-F8E6-1297-0828-470E5CD4880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2031165">
            <a:off x="9259586" y="1644276"/>
            <a:ext cx="1110726" cy="672627"/>
          </a:xfrm>
          <a:prstGeom prst="rect">
            <a:avLst/>
          </a:prstGeom>
        </p:spPr>
      </p:pic>
      <p:pic>
        <p:nvPicPr>
          <p:cNvPr id="21" name="グラフィックス 20">
            <a:extLst>
              <a:ext uri="{FF2B5EF4-FFF2-40B4-BE49-F238E27FC236}">
                <a16:creationId xmlns:a16="http://schemas.microsoft.com/office/drawing/2014/main" id="{B5F7E779-CECA-829D-EACE-D281B95931F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9568835" flipV="1">
            <a:off x="9273118" y="2363692"/>
            <a:ext cx="1110726" cy="672627"/>
          </a:xfrm>
          <a:prstGeom prst="rect">
            <a:avLst/>
          </a:prstGeom>
        </p:spPr>
      </p:pic>
      <p:sp>
        <p:nvSpPr>
          <p:cNvPr id="22" name="テキスト ボックス 21">
            <a:extLst>
              <a:ext uri="{FF2B5EF4-FFF2-40B4-BE49-F238E27FC236}">
                <a16:creationId xmlns:a16="http://schemas.microsoft.com/office/drawing/2014/main" id="{89A9B503-5208-C2E7-63A4-BA240D026017}"/>
              </a:ext>
            </a:extLst>
          </p:cNvPr>
          <p:cNvSpPr txBox="1"/>
          <p:nvPr/>
        </p:nvSpPr>
        <p:spPr>
          <a:xfrm>
            <a:off x="9263943" y="907412"/>
            <a:ext cx="1019523" cy="707886"/>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データ</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集約</a:t>
            </a:r>
          </a:p>
        </p:txBody>
      </p:sp>
      <p:sp>
        <p:nvSpPr>
          <p:cNvPr id="24" name="四角形: 角を丸くする 23">
            <a:extLst>
              <a:ext uri="{FF2B5EF4-FFF2-40B4-BE49-F238E27FC236}">
                <a16:creationId xmlns:a16="http://schemas.microsoft.com/office/drawing/2014/main" id="{D2ACF326-E80C-392F-873D-522F7F3ABA66}"/>
              </a:ext>
            </a:extLst>
          </p:cNvPr>
          <p:cNvSpPr/>
          <p:nvPr/>
        </p:nvSpPr>
        <p:spPr>
          <a:xfrm>
            <a:off x="7002373" y="529220"/>
            <a:ext cx="1619250" cy="527935"/>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rgbClr val="333333"/>
                </a:solidFill>
                <a:latin typeface="UD デジタル 教科書体 NP-R" panose="02020400000000000000" pitchFamily="18" charset="-128"/>
                <a:ea typeface="UD デジタル 教科書体 NP-R" panose="02020400000000000000" pitchFamily="18" charset="-128"/>
              </a:rPr>
              <a:t>従来手法</a:t>
            </a:r>
          </a:p>
        </p:txBody>
      </p:sp>
      <p:sp>
        <p:nvSpPr>
          <p:cNvPr id="25" name="四角形: 角を丸くする 24">
            <a:extLst>
              <a:ext uri="{FF2B5EF4-FFF2-40B4-BE49-F238E27FC236}">
                <a16:creationId xmlns:a16="http://schemas.microsoft.com/office/drawing/2014/main" id="{F4B9F8FD-5FE4-8593-776C-A60B887837E0}"/>
              </a:ext>
            </a:extLst>
          </p:cNvPr>
          <p:cNvSpPr/>
          <p:nvPr/>
        </p:nvSpPr>
        <p:spPr>
          <a:xfrm>
            <a:off x="6972300" y="3615939"/>
            <a:ext cx="5050871" cy="3147502"/>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pic>
        <p:nvPicPr>
          <p:cNvPr id="26" name="グラフィックス 25">
            <a:extLst>
              <a:ext uri="{FF2B5EF4-FFF2-40B4-BE49-F238E27FC236}">
                <a16:creationId xmlns:a16="http://schemas.microsoft.com/office/drawing/2014/main" id="{913CE73A-84DA-F0CF-787C-6D60252FED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5352" y="4610660"/>
            <a:ext cx="1413955" cy="1413955"/>
          </a:xfrm>
          <a:prstGeom prst="rect">
            <a:avLst/>
          </a:prstGeom>
        </p:spPr>
      </p:pic>
      <p:sp>
        <p:nvSpPr>
          <p:cNvPr id="27" name="テキスト ボックス 26">
            <a:extLst>
              <a:ext uri="{FF2B5EF4-FFF2-40B4-BE49-F238E27FC236}">
                <a16:creationId xmlns:a16="http://schemas.microsoft.com/office/drawing/2014/main" id="{CF92409B-4029-C259-A660-DB0AF979E3F2}"/>
              </a:ext>
            </a:extLst>
          </p:cNvPr>
          <p:cNvSpPr txBox="1"/>
          <p:nvPr/>
        </p:nvSpPr>
        <p:spPr>
          <a:xfrm>
            <a:off x="10388287" y="4266571"/>
            <a:ext cx="1668084" cy="400110"/>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中央サーバ</a:t>
            </a:r>
          </a:p>
        </p:txBody>
      </p:sp>
      <p:pic>
        <p:nvPicPr>
          <p:cNvPr id="28" name="グラフィックス 27">
            <a:extLst>
              <a:ext uri="{FF2B5EF4-FFF2-40B4-BE49-F238E27FC236}">
                <a16:creationId xmlns:a16="http://schemas.microsoft.com/office/drawing/2014/main" id="{7C1AFEC5-CAB6-58E1-8537-932D1BFA24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81961" y="4062351"/>
            <a:ext cx="971698" cy="971698"/>
          </a:xfrm>
          <a:prstGeom prst="rect">
            <a:avLst/>
          </a:prstGeom>
        </p:spPr>
      </p:pic>
      <p:pic>
        <p:nvPicPr>
          <p:cNvPr id="29" name="グラフィックス 28">
            <a:extLst>
              <a:ext uri="{FF2B5EF4-FFF2-40B4-BE49-F238E27FC236}">
                <a16:creationId xmlns:a16="http://schemas.microsoft.com/office/drawing/2014/main" id="{0EE9243B-68DC-95DD-7A62-D3DD7A1A14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63615" y="4488844"/>
            <a:ext cx="527851" cy="527851"/>
          </a:xfrm>
          <a:prstGeom prst="rect">
            <a:avLst/>
          </a:prstGeom>
        </p:spPr>
      </p:pic>
      <p:pic>
        <p:nvPicPr>
          <p:cNvPr id="30" name="グラフィックス 29">
            <a:extLst>
              <a:ext uri="{FF2B5EF4-FFF2-40B4-BE49-F238E27FC236}">
                <a16:creationId xmlns:a16="http://schemas.microsoft.com/office/drawing/2014/main" id="{8D031014-B7E1-AD96-CA6C-4151CCEBA5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79010" y="5189690"/>
            <a:ext cx="971698" cy="971698"/>
          </a:xfrm>
          <a:prstGeom prst="rect">
            <a:avLst/>
          </a:prstGeom>
        </p:spPr>
      </p:pic>
      <p:pic>
        <p:nvPicPr>
          <p:cNvPr id="31" name="グラフィックス 30">
            <a:extLst>
              <a:ext uri="{FF2B5EF4-FFF2-40B4-BE49-F238E27FC236}">
                <a16:creationId xmlns:a16="http://schemas.microsoft.com/office/drawing/2014/main" id="{1E7DF4D9-7D02-DCF5-2946-5354103BD4D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88631" y="5501895"/>
            <a:ext cx="457871" cy="457871"/>
          </a:xfrm>
          <a:prstGeom prst="rect">
            <a:avLst/>
          </a:prstGeom>
        </p:spPr>
      </p:pic>
      <p:sp>
        <p:nvSpPr>
          <p:cNvPr id="34" name="テキスト ボックス 33">
            <a:extLst>
              <a:ext uri="{FF2B5EF4-FFF2-40B4-BE49-F238E27FC236}">
                <a16:creationId xmlns:a16="http://schemas.microsoft.com/office/drawing/2014/main" id="{EA66990E-BE0E-D718-6CE5-22AB22A0199A}"/>
              </a:ext>
            </a:extLst>
          </p:cNvPr>
          <p:cNvSpPr txBox="1"/>
          <p:nvPr/>
        </p:nvSpPr>
        <p:spPr>
          <a:xfrm>
            <a:off x="9670188" y="3922245"/>
            <a:ext cx="1019523" cy="707886"/>
          </a:xfrm>
          <a:prstGeom prst="rect">
            <a:avLst/>
          </a:prstGeom>
          <a:noFill/>
        </p:spPr>
        <p:txBody>
          <a:bodyPr wrap="square" rtlCol="0">
            <a:spAutoFit/>
          </a:bodyPr>
          <a:lstStyle/>
          <a:p>
            <a:pPr algn="ctr"/>
            <a:r>
              <a:rPr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モデル</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集約</a:t>
            </a:r>
          </a:p>
        </p:txBody>
      </p:sp>
      <p:sp>
        <p:nvSpPr>
          <p:cNvPr id="35" name="四角形: 角を丸くする 34">
            <a:extLst>
              <a:ext uri="{FF2B5EF4-FFF2-40B4-BE49-F238E27FC236}">
                <a16:creationId xmlns:a16="http://schemas.microsoft.com/office/drawing/2014/main" id="{4191045C-5477-EC60-DBDC-1B2F89F51AC0}"/>
              </a:ext>
            </a:extLst>
          </p:cNvPr>
          <p:cNvSpPr/>
          <p:nvPr/>
        </p:nvSpPr>
        <p:spPr>
          <a:xfrm>
            <a:off x="7002373" y="3443925"/>
            <a:ext cx="1619250" cy="527935"/>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rgbClr val="333333"/>
                </a:solidFill>
                <a:latin typeface="UD デジタル 教科書体 NP-R" panose="02020400000000000000" pitchFamily="18" charset="-128"/>
                <a:ea typeface="UD デジタル 教科書体 NP-R" panose="02020400000000000000" pitchFamily="18" charset="-128"/>
              </a:rPr>
              <a:t>連合学習</a:t>
            </a:r>
            <a:endParaRPr kumimoji="1" lang="ja-JP" altLang="en-US" sz="2400" dirty="0">
              <a:solidFill>
                <a:srgbClr val="333333"/>
              </a:solidFill>
              <a:latin typeface="UD デジタル 教科書体 NP-R" panose="02020400000000000000" pitchFamily="18" charset="-128"/>
              <a:ea typeface="UD デジタル 教科書体 NP-R" panose="02020400000000000000" pitchFamily="18" charset="-128"/>
            </a:endParaRPr>
          </a:p>
        </p:txBody>
      </p:sp>
      <p:pic>
        <p:nvPicPr>
          <p:cNvPr id="39" name="グラフィックス 38">
            <a:extLst>
              <a:ext uri="{FF2B5EF4-FFF2-40B4-BE49-F238E27FC236}">
                <a16:creationId xmlns:a16="http://schemas.microsoft.com/office/drawing/2014/main" id="{402AD1A3-B167-62A6-55BB-02E0572E7C8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35412" y="5015949"/>
            <a:ext cx="764690" cy="764690"/>
          </a:xfrm>
          <a:prstGeom prst="rect">
            <a:avLst/>
          </a:prstGeom>
        </p:spPr>
      </p:pic>
      <p:pic>
        <p:nvPicPr>
          <p:cNvPr id="40" name="グラフィックス 39">
            <a:extLst>
              <a:ext uri="{FF2B5EF4-FFF2-40B4-BE49-F238E27FC236}">
                <a16:creationId xmlns:a16="http://schemas.microsoft.com/office/drawing/2014/main" id="{203FD5AF-E4FF-6207-A31F-36FB9B059D2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60692" y="4150655"/>
            <a:ext cx="764690" cy="764690"/>
          </a:xfrm>
          <a:prstGeom prst="rect">
            <a:avLst/>
          </a:prstGeom>
        </p:spPr>
      </p:pic>
      <p:pic>
        <p:nvPicPr>
          <p:cNvPr id="41" name="グラフィックス 40">
            <a:extLst>
              <a:ext uri="{FF2B5EF4-FFF2-40B4-BE49-F238E27FC236}">
                <a16:creationId xmlns:a16="http://schemas.microsoft.com/office/drawing/2014/main" id="{B3B30406-2534-F7CE-CEC9-D1AEC3A1A4E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2031165">
            <a:off x="9742336" y="4562412"/>
            <a:ext cx="741198" cy="448852"/>
          </a:xfrm>
          <a:prstGeom prst="rect">
            <a:avLst/>
          </a:prstGeom>
        </p:spPr>
      </p:pic>
      <p:pic>
        <p:nvPicPr>
          <p:cNvPr id="42" name="グラフィックス 41">
            <a:extLst>
              <a:ext uri="{FF2B5EF4-FFF2-40B4-BE49-F238E27FC236}">
                <a16:creationId xmlns:a16="http://schemas.microsoft.com/office/drawing/2014/main" id="{3B5AE430-22EB-661E-9703-40CC22ED408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9568835" flipV="1">
            <a:off x="9711176" y="5255586"/>
            <a:ext cx="850752" cy="515194"/>
          </a:xfrm>
          <a:prstGeom prst="rect">
            <a:avLst/>
          </a:prstGeom>
        </p:spPr>
      </p:pic>
      <p:pic>
        <p:nvPicPr>
          <p:cNvPr id="43" name="グラフィックス 42">
            <a:extLst>
              <a:ext uri="{FF2B5EF4-FFF2-40B4-BE49-F238E27FC236}">
                <a16:creationId xmlns:a16="http://schemas.microsoft.com/office/drawing/2014/main" id="{B920737D-0860-1693-4B3F-44E823F1346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V="1">
            <a:off x="8625704" y="5924737"/>
            <a:ext cx="2333149" cy="342366"/>
          </a:xfrm>
          <a:prstGeom prst="rect">
            <a:avLst/>
          </a:prstGeom>
        </p:spPr>
      </p:pic>
      <p:sp>
        <p:nvSpPr>
          <p:cNvPr id="44" name="テキスト ボックス 43">
            <a:extLst>
              <a:ext uri="{FF2B5EF4-FFF2-40B4-BE49-F238E27FC236}">
                <a16:creationId xmlns:a16="http://schemas.microsoft.com/office/drawing/2014/main" id="{D4B4E1BD-BA03-F4B7-CB08-DCED7B470E50}"/>
              </a:ext>
            </a:extLst>
          </p:cNvPr>
          <p:cNvSpPr txBox="1"/>
          <p:nvPr/>
        </p:nvSpPr>
        <p:spPr>
          <a:xfrm>
            <a:off x="8714037" y="6253360"/>
            <a:ext cx="2496249" cy="400110"/>
          </a:xfrm>
          <a:prstGeom prst="rect">
            <a:avLst/>
          </a:prstGeom>
          <a:noFill/>
        </p:spPr>
        <p:txBody>
          <a:bodyPr wrap="square" rtlCol="0">
            <a:spAutoFit/>
          </a:bodyPr>
          <a:lstStyle/>
          <a:p>
            <a:pPr algn="ctr"/>
            <a:r>
              <a:rPr kumimoji="1" lang="ja-JP" altLang="en-US" sz="2000" b="1" dirty="0">
                <a:solidFill>
                  <a:srgbClr val="FF0000"/>
                </a:solidFill>
                <a:latin typeface="Times New Roman" panose="02020603050405020304" pitchFamily="18" charset="0"/>
                <a:ea typeface="UD デジタル 教科書体 NP-R" panose="02020400000000000000" pitchFamily="18" charset="-128"/>
                <a:cs typeface="Times New Roman" panose="02020603050405020304" pitchFamily="18" charset="0"/>
              </a:rPr>
              <a:t>データ集約なし</a:t>
            </a:r>
            <a:endParaRPr kumimoji="1" lang="en-US" altLang="ja-JP" sz="2000" b="1" dirty="0">
              <a:solidFill>
                <a:srgbClr val="FF0000"/>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
        <p:nvSpPr>
          <p:cNvPr id="45" name="乗算記号 44">
            <a:extLst>
              <a:ext uri="{FF2B5EF4-FFF2-40B4-BE49-F238E27FC236}">
                <a16:creationId xmlns:a16="http://schemas.microsoft.com/office/drawing/2014/main" id="{9788CC9B-1A15-F40C-6784-98D6DD1749E6}"/>
              </a:ext>
            </a:extLst>
          </p:cNvPr>
          <p:cNvSpPr/>
          <p:nvPr/>
        </p:nvSpPr>
        <p:spPr>
          <a:xfrm>
            <a:off x="9029766" y="5607703"/>
            <a:ext cx="861814" cy="861814"/>
          </a:xfrm>
          <a:prstGeom prst="mathMultiply">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8513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四角形: 角を丸くする 25">
            <a:extLst>
              <a:ext uri="{FF2B5EF4-FFF2-40B4-BE49-F238E27FC236}">
                <a16:creationId xmlns:a16="http://schemas.microsoft.com/office/drawing/2014/main" id="{FC617A5E-CA16-D12B-3D72-F957B6B0082D}"/>
              </a:ext>
            </a:extLst>
          </p:cNvPr>
          <p:cNvSpPr/>
          <p:nvPr/>
        </p:nvSpPr>
        <p:spPr>
          <a:xfrm>
            <a:off x="6419851" y="1294762"/>
            <a:ext cx="5695950" cy="261190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1">
            <a:extLst>
              <a:ext uri="{FF2B5EF4-FFF2-40B4-BE49-F238E27FC236}">
                <a16:creationId xmlns:a16="http://schemas.microsoft.com/office/drawing/2014/main" id="{C86B4FB3-6C57-3915-186A-0EF9BECA1A1B}"/>
              </a:ext>
            </a:extLst>
          </p:cNvPr>
          <p:cNvSpPr>
            <a:spLocks noGrp="1"/>
          </p:cNvSpPr>
          <p:nvPr>
            <p:ph idx="1"/>
          </p:nvPr>
        </p:nvSpPr>
        <p:spPr>
          <a:xfrm>
            <a:off x="609601" y="1481333"/>
            <a:ext cx="6248400" cy="4525963"/>
          </a:xfrm>
        </p:spPr>
        <p:txBody>
          <a:bodyPr>
            <a:normAutofit/>
          </a:bodyPr>
          <a:lstStyle/>
          <a:p>
            <a:r>
              <a:rPr lang="ja-JP" altLang="en-US" dirty="0"/>
              <a:t>従来の学習手法</a:t>
            </a:r>
            <a:endParaRPr lang="en-US" altLang="ja-JP" dirty="0"/>
          </a:p>
          <a:p>
            <a:pPr lvl="1"/>
            <a:r>
              <a:rPr lang="ja-JP" altLang="en-US" dirty="0">
                <a:solidFill>
                  <a:srgbClr val="00B0F0"/>
                </a:solidFill>
              </a:rPr>
              <a:t>データを</a:t>
            </a:r>
            <a:r>
              <a:rPr lang="en-US" altLang="ja-JP" dirty="0">
                <a:solidFill>
                  <a:srgbClr val="00B0F0"/>
                </a:solidFill>
              </a:rPr>
              <a:t>1</a:t>
            </a:r>
            <a:r>
              <a:rPr lang="ja-JP" altLang="en-US" dirty="0">
                <a:solidFill>
                  <a:srgbClr val="00B0F0"/>
                </a:solidFill>
              </a:rPr>
              <a:t>箇所に集約</a:t>
            </a:r>
            <a:r>
              <a:rPr lang="ja-JP" altLang="en-US" dirty="0"/>
              <a:t>して学習</a:t>
            </a:r>
            <a:endParaRPr lang="en-US" altLang="ja-JP" dirty="0"/>
          </a:p>
          <a:p>
            <a:pPr lvl="1"/>
            <a:endParaRPr kumimoji="1" lang="en-US" altLang="ja-JP" dirty="0"/>
          </a:p>
          <a:p>
            <a:r>
              <a:rPr lang="ja-JP" altLang="en-US" dirty="0"/>
              <a:t>なぜ複数人での協力が必要か</a:t>
            </a:r>
            <a:endParaRPr kumimoji="1" lang="en-US" altLang="ja-JP" dirty="0"/>
          </a:p>
          <a:p>
            <a:pPr lvl="1"/>
            <a:r>
              <a:rPr lang="ja-JP" altLang="en-US" dirty="0"/>
              <a:t>高精度なモデルを開発するため</a:t>
            </a:r>
            <a:br>
              <a:rPr lang="en-US" altLang="ja-JP" dirty="0"/>
            </a:br>
            <a:r>
              <a:rPr lang="ja-JP" altLang="en-US" dirty="0"/>
              <a:t>には</a:t>
            </a:r>
            <a:r>
              <a:rPr lang="ja-JP" altLang="en-US" dirty="0">
                <a:solidFill>
                  <a:srgbClr val="00B0F0"/>
                </a:solidFill>
              </a:rPr>
              <a:t>大量の学習データ</a:t>
            </a:r>
            <a:r>
              <a:rPr lang="ja-JP" altLang="en-US" dirty="0"/>
              <a:t>が必要</a:t>
            </a:r>
            <a:endParaRPr lang="en-US" altLang="ja-JP" dirty="0"/>
          </a:p>
          <a:p>
            <a:pPr lvl="2"/>
            <a:r>
              <a:rPr lang="en-US" altLang="ja-JP" dirty="0"/>
              <a:t>1</a:t>
            </a:r>
            <a:r>
              <a:rPr lang="ja-JP" altLang="en-US" dirty="0"/>
              <a:t>人だけのデータでは不十分</a:t>
            </a:r>
            <a:endParaRPr lang="en-US" altLang="ja-JP" dirty="0"/>
          </a:p>
          <a:p>
            <a:pPr lvl="2"/>
            <a:r>
              <a:rPr lang="ja-JP" altLang="en-US" dirty="0">
                <a:solidFill>
                  <a:srgbClr val="FF0000"/>
                </a:solidFill>
              </a:rPr>
              <a:t>他人と協力</a:t>
            </a:r>
            <a:r>
              <a:rPr lang="ja-JP" altLang="en-US" dirty="0"/>
              <a:t>して</a:t>
            </a:r>
            <a:r>
              <a:rPr lang="ja-JP" altLang="en-US" dirty="0">
                <a:solidFill>
                  <a:srgbClr val="FF0000"/>
                </a:solidFill>
              </a:rPr>
              <a:t>多数・多種の</a:t>
            </a:r>
            <a:br>
              <a:rPr lang="en-US" altLang="ja-JP" dirty="0">
                <a:solidFill>
                  <a:srgbClr val="FF0000"/>
                </a:solidFill>
              </a:rPr>
            </a:br>
            <a:r>
              <a:rPr lang="ja-JP" altLang="en-US" dirty="0">
                <a:solidFill>
                  <a:srgbClr val="FF0000"/>
                </a:solidFill>
              </a:rPr>
              <a:t>データを収集</a:t>
            </a:r>
            <a:r>
              <a:rPr lang="ja-JP" altLang="en-US" dirty="0"/>
              <a:t>することが必要に</a:t>
            </a:r>
            <a:endParaRPr lang="en-US" altLang="ja-JP" dirty="0"/>
          </a:p>
          <a:p>
            <a:pPr lvl="1"/>
            <a:endParaRPr kumimoji="1" lang="ja-JP" altLang="en-US" dirty="0"/>
          </a:p>
        </p:txBody>
      </p:sp>
      <p:sp>
        <p:nvSpPr>
          <p:cNvPr id="3" name="タイトル 2">
            <a:extLst>
              <a:ext uri="{FF2B5EF4-FFF2-40B4-BE49-F238E27FC236}">
                <a16:creationId xmlns:a16="http://schemas.microsoft.com/office/drawing/2014/main" id="{AA9F7DF7-425B-5A9D-344F-4768E5D735AD}"/>
              </a:ext>
            </a:extLst>
          </p:cNvPr>
          <p:cNvSpPr>
            <a:spLocks noGrp="1"/>
          </p:cNvSpPr>
          <p:nvPr>
            <p:ph type="title"/>
          </p:nvPr>
        </p:nvSpPr>
        <p:spPr/>
        <p:txBody>
          <a:bodyPr/>
          <a:lstStyle/>
          <a:p>
            <a:r>
              <a:rPr kumimoji="1" lang="ja-JP" altLang="en-US" dirty="0"/>
              <a:t>なぜ、連合学習が必要なのか</a:t>
            </a:r>
          </a:p>
        </p:txBody>
      </p:sp>
      <p:pic>
        <p:nvPicPr>
          <p:cNvPr id="10" name="グラフィックス 15">
            <a:extLst>
              <a:ext uri="{FF2B5EF4-FFF2-40B4-BE49-F238E27FC236}">
                <a16:creationId xmlns:a16="http://schemas.microsoft.com/office/drawing/2014/main" id="{99E3885F-6CDE-0E13-2A14-F7D89A1F66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7976" y="1490858"/>
            <a:ext cx="1143000" cy="1143000"/>
          </a:xfrm>
          <a:prstGeom prst="rect">
            <a:avLst/>
          </a:prstGeom>
        </p:spPr>
      </p:pic>
      <p:pic>
        <p:nvPicPr>
          <p:cNvPr id="11" name="グラフィックス 10">
            <a:extLst>
              <a:ext uri="{FF2B5EF4-FFF2-40B4-BE49-F238E27FC236}">
                <a16:creationId xmlns:a16="http://schemas.microsoft.com/office/drawing/2014/main" id="{1AA96F25-2C97-888A-2380-85655E8F73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4536" y="1844462"/>
            <a:ext cx="593300" cy="593300"/>
          </a:xfrm>
          <a:prstGeom prst="rect">
            <a:avLst/>
          </a:prstGeom>
        </p:spPr>
      </p:pic>
      <p:pic>
        <p:nvPicPr>
          <p:cNvPr id="12" name="グラフィックス 11">
            <a:extLst>
              <a:ext uri="{FF2B5EF4-FFF2-40B4-BE49-F238E27FC236}">
                <a16:creationId xmlns:a16="http://schemas.microsoft.com/office/drawing/2014/main" id="{877D16B2-AF26-A451-B938-A8804482254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19776" y="1707154"/>
            <a:ext cx="764690" cy="764690"/>
          </a:xfrm>
          <a:prstGeom prst="rect">
            <a:avLst/>
          </a:prstGeom>
        </p:spPr>
      </p:pic>
      <p:pic>
        <p:nvPicPr>
          <p:cNvPr id="14" name="グラフィックス 13">
            <a:extLst>
              <a:ext uri="{FF2B5EF4-FFF2-40B4-BE49-F238E27FC236}">
                <a16:creationId xmlns:a16="http://schemas.microsoft.com/office/drawing/2014/main" id="{4798195E-0BAD-873C-79FB-0E72261A273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21964" y="1800855"/>
            <a:ext cx="825500" cy="825500"/>
          </a:xfrm>
          <a:prstGeom prst="rect">
            <a:avLst/>
          </a:prstGeom>
        </p:spPr>
      </p:pic>
      <p:pic>
        <p:nvPicPr>
          <p:cNvPr id="20" name="グラフィックス 15">
            <a:extLst>
              <a:ext uri="{FF2B5EF4-FFF2-40B4-BE49-F238E27FC236}">
                <a16:creationId xmlns:a16="http://schemas.microsoft.com/office/drawing/2014/main" id="{1A199149-207D-D5A2-6E44-BF4F5F892F7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57976" y="2687039"/>
            <a:ext cx="1143000" cy="1143000"/>
          </a:xfrm>
          <a:prstGeom prst="rect">
            <a:avLst/>
          </a:prstGeom>
        </p:spPr>
      </p:pic>
      <p:pic>
        <p:nvPicPr>
          <p:cNvPr id="21" name="グラフィックス 20">
            <a:extLst>
              <a:ext uri="{FF2B5EF4-FFF2-40B4-BE49-F238E27FC236}">
                <a16:creationId xmlns:a16="http://schemas.microsoft.com/office/drawing/2014/main" id="{277313DF-03DA-9EF4-567D-CB0177C75F1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00976" y="2961889"/>
            <a:ext cx="593300" cy="593300"/>
          </a:xfrm>
          <a:prstGeom prst="rect">
            <a:avLst/>
          </a:prstGeom>
        </p:spPr>
      </p:pic>
      <p:pic>
        <p:nvPicPr>
          <p:cNvPr id="22" name="グラフィックス 21">
            <a:extLst>
              <a:ext uri="{FF2B5EF4-FFF2-40B4-BE49-F238E27FC236}">
                <a16:creationId xmlns:a16="http://schemas.microsoft.com/office/drawing/2014/main" id="{DB7D4BE0-BB1C-1B83-E09D-72C608E2215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19776" y="2903335"/>
            <a:ext cx="764690" cy="764690"/>
          </a:xfrm>
          <a:prstGeom prst="rect">
            <a:avLst/>
          </a:prstGeom>
        </p:spPr>
      </p:pic>
      <p:pic>
        <p:nvPicPr>
          <p:cNvPr id="23" name="グラフィックス 22">
            <a:extLst>
              <a:ext uri="{FF2B5EF4-FFF2-40B4-BE49-F238E27FC236}">
                <a16:creationId xmlns:a16="http://schemas.microsoft.com/office/drawing/2014/main" id="{3F3A5B08-D722-3AAB-B98E-221DF61B5B2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94276" y="2872930"/>
            <a:ext cx="825500" cy="825500"/>
          </a:xfrm>
          <a:prstGeom prst="rect">
            <a:avLst/>
          </a:prstGeom>
        </p:spPr>
      </p:pic>
      <p:sp>
        <p:nvSpPr>
          <p:cNvPr id="24" name="吹き出し: 円形 23">
            <a:extLst>
              <a:ext uri="{FF2B5EF4-FFF2-40B4-BE49-F238E27FC236}">
                <a16:creationId xmlns:a16="http://schemas.microsoft.com/office/drawing/2014/main" id="{3E7CDBB5-41B3-DA0D-9EFE-0A63E64ECB51}"/>
              </a:ext>
            </a:extLst>
          </p:cNvPr>
          <p:cNvSpPr/>
          <p:nvPr/>
        </p:nvSpPr>
        <p:spPr>
          <a:xfrm>
            <a:off x="10176311" y="1524390"/>
            <a:ext cx="1817009" cy="533303"/>
          </a:xfrm>
          <a:prstGeom prst="wedgeEllipseCallout">
            <a:avLst>
              <a:gd name="adj1" fmla="val -50888"/>
              <a:gd name="adj2" fmla="val 48397"/>
            </a:avLst>
          </a:prstGeom>
          <a:solidFill>
            <a:schemeClr val="bg1"/>
          </a:solidFill>
          <a:ln>
            <a:solidFill>
              <a:srgbClr val="464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333333"/>
                </a:solidFill>
                <a:latin typeface="UD デジタル 教科書体 NP-R" panose="02020400000000000000" pitchFamily="18" charset="-128"/>
                <a:ea typeface="UD デジタル 教科書体 NP-R" panose="02020400000000000000" pitchFamily="18" charset="-128"/>
              </a:rPr>
              <a:t>精度</a:t>
            </a:r>
            <a:r>
              <a:rPr kumimoji="1" lang="en-US" altLang="ja-JP" dirty="0">
                <a:solidFill>
                  <a:srgbClr val="333333"/>
                </a:solidFill>
                <a:latin typeface="UD デジタル 教科書体 NP-R" panose="02020400000000000000" pitchFamily="18" charset="-128"/>
                <a:ea typeface="UD デジタル 教科書体 NP-R" panose="02020400000000000000" pitchFamily="18" charset="-128"/>
              </a:rPr>
              <a:t>60%</a:t>
            </a:r>
            <a:endParaRPr kumimoji="1" lang="ja-JP" altLang="en-US" dirty="0">
              <a:solidFill>
                <a:srgbClr val="333333"/>
              </a:solidFill>
              <a:latin typeface="UD デジタル 教科書体 NP-R" panose="02020400000000000000" pitchFamily="18" charset="-128"/>
              <a:ea typeface="UD デジタル 教科書体 NP-R" panose="02020400000000000000" pitchFamily="18" charset="-128"/>
            </a:endParaRPr>
          </a:p>
        </p:txBody>
      </p:sp>
      <p:sp>
        <p:nvSpPr>
          <p:cNvPr id="25" name="吹き出し: 円形 24">
            <a:extLst>
              <a:ext uri="{FF2B5EF4-FFF2-40B4-BE49-F238E27FC236}">
                <a16:creationId xmlns:a16="http://schemas.microsoft.com/office/drawing/2014/main" id="{85667D35-ABBA-2863-51FF-1093589B573B}"/>
              </a:ext>
            </a:extLst>
          </p:cNvPr>
          <p:cNvSpPr/>
          <p:nvPr/>
        </p:nvSpPr>
        <p:spPr>
          <a:xfrm>
            <a:off x="10176311" y="2667390"/>
            <a:ext cx="1817009" cy="533303"/>
          </a:xfrm>
          <a:prstGeom prst="wedgeEllipseCallout">
            <a:avLst>
              <a:gd name="adj1" fmla="val -50888"/>
              <a:gd name="adj2" fmla="val 48397"/>
            </a:avLst>
          </a:prstGeom>
          <a:solidFill>
            <a:schemeClr val="bg1"/>
          </a:solidFill>
          <a:ln>
            <a:solidFill>
              <a:srgbClr val="8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333333"/>
                </a:solidFill>
                <a:latin typeface="UD デジタル 教科書体 NP-R" panose="02020400000000000000" pitchFamily="18" charset="-128"/>
                <a:ea typeface="UD デジタル 教科書体 NP-R" panose="02020400000000000000" pitchFamily="18" charset="-128"/>
              </a:rPr>
              <a:t>精度</a:t>
            </a:r>
            <a:r>
              <a:rPr kumimoji="1" lang="en-US" altLang="ja-JP" dirty="0">
                <a:solidFill>
                  <a:srgbClr val="333333"/>
                </a:solidFill>
                <a:latin typeface="UD デジタル 教科書体 NP-R" panose="02020400000000000000" pitchFamily="18" charset="-128"/>
                <a:ea typeface="UD デジタル 教科書体 NP-R" panose="02020400000000000000" pitchFamily="18" charset="-128"/>
              </a:rPr>
              <a:t>60%</a:t>
            </a:r>
            <a:endParaRPr kumimoji="1" lang="ja-JP" altLang="en-US" dirty="0">
              <a:solidFill>
                <a:srgbClr val="333333"/>
              </a:solidFill>
              <a:latin typeface="UD デジタル 教科書体 NP-R" panose="02020400000000000000" pitchFamily="18" charset="-128"/>
              <a:ea typeface="UD デジタル 教科書体 NP-R" panose="02020400000000000000" pitchFamily="18" charset="-128"/>
            </a:endParaRPr>
          </a:p>
        </p:txBody>
      </p:sp>
      <p:sp>
        <p:nvSpPr>
          <p:cNvPr id="27" name="四角形: 角を丸くする 26">
            <a:extLst>
              <a:ext uri="{FF2B5EF4-FFF2-40B4-BE49-F238E27FC236}">
                <a16:creationId xmlns:a16="http://schemas.microsoft.com/office/drawing/2014/main" id="{22AB4A4D-6C1F-2BD9-46B6-B3C2C48801E7}"/>
              </a:ext>
            </a:extLst>
          </p:cNvPr>
          <p:cNvSpPr/>
          <p:nvPr/>
        </p:nvSpPr>
        <p:spPr>
          <a:xfrm>
            <a:off x="6419851" y="1177337"/>
            <a:ext cx="2143124" cy="377726"/>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rgbClr val="333333"/>
                </a:solidFill>
                <a:latin typeface="UD デジタル 教科書体 NP-R" panose="02020400000000000000" pitchFamily="18" charset="-128"/>
                <a:ea typeface="UD デジタル 教科書体 NP-R" panose="02020400000000000000" pitchFamily="18" charset="-128"/>
              </a:rPr>
              <a:t>単独での学習</a:t>
            </a:r>
            <a:endParaRPr kumimoji="1" lang="ja-JP" altLang="en-US" sz="2400" dirty="0">
              <a:solidFill>
                <a:srgbClr val="333333"/>
              </a:solidFill>
              <a:latin typeface="UD デジタル 教科書体 NP-R" panose="02020400000000000000" pitchFamily="18" charset="-128"/>
              <a:ea typeface="UD デジタル 教科書体 NP-R" panose="02020400000000000000" pitchFamily="18" charset="-128"/>
            </a:endParaRPr>
          </a:p>
        </p:txBody>
      </p:sp>
      <p:sp>
        <p:nvSpPr>
          <p:cNvPr id="28" name="四角形: 角を丸くする 27">
            <a:extLst>
              <a:ext uri="{FF2B5EF4-FFF2-40B4-BE49-F238E27FC236}">
                <a16:creationId xmlns:a16="http://schemas.microsoft.com/office/drawing/2014/main" id="{0363287E-1E3E-CD06-06B0-8A30A0823504}"/>
              </a:ext>
            </a:extLst>
          </p:cNvPr>
          <p:cNvSpPr/>
          <p:nvPr/>
        </p:nvSpPr>
        <p:spPr>
          <a:xfrm>
            <a:off x="6419851" y="4130845"/>
            <a:ext cx="5695950" cy="2611906"/>
          </a:xfrm>
          <a:prstGeom prst="roundRect">
            <a:avLst/>
          </a:prstGeom>
          <a:solidFill>
            <a:schemeClr val="bg1"/>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9" name="グラフィックス 15">
            <a:extLst>
              <a:ext uri="{FF2B5EF4-FFF2-40B4-BE49-F238E27FC236}">
                <a16:creationId xmlns:a16="http://schemas.microsoft.com/office/drawing/2014/main" id="{0B185B4B-90A1-65AA-9B4B-D436FACDD6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7976" y="4326941"/>
            <a:ext cx="1143000" cy="1143000"/>
          </a:xfrm>
          <a:prstGeom prst="rect">
            <a:avLst/>
          </a:prstGeom>
        </p:spPr>
      </p:pic>
      <p:pic>
        <p:nvPicPr>
          <p:cNvPr id="30" name="グラフィックス 29">
            <a:extLst>
              <a:ext uri="{FF2B5EF4-FFF2-40B4-BE49-F238E27FC236}">
                <a16:creationId xmlns:a16="http://schemas.microsoft.com/office/drawing/2014/main" id="{D8A2B41E-0DD6-9998-B2F9-3EE578B0C0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00976" y="4601791"/>
            <a:ext cx="593300" cy="593300"/>
          </a:xfrm>
          <a:prstGeom prst="rect">
            <a:avLst/>
          </a:prstGeom>
        </p:spPr>
      </p:pic>
      <p:pic>
        <p:nvPicPr>
          <p:cNvPr id="31" name="グラフィックス 30">
            <a:extLst>
              <a:ext uri="{FF2B5EF4-FFF2-40B4-BE49-F238E27FC236}">
                <a16:creationId xmlns:a16="http://schemas.microsoft.com/office/drawing/2014/main" id="{5A1E3DA7-1C9D-B58A-F886-D5E47A6D6F9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817709" y="5180893"/>
            <a:ext cx="764690" cy="764690"/>
          </a:xfrm>
          <a:prstGeom prst="rect">
            <a:avLst/>
          </a:prstGeom>
        </p:spPr>
      </p:pic>
      <p:pic>
        <p:nvPicPr>
          <p:cNvPr id="32" name="グラフィックス 31">
            <a:extLst>
              <a:ext uri="{FF2B5EF4-FFF2-40B4-BE49-F238E27FC236}">
                <a16:creationId xmlns:a16="http://schemas.microsoft.com/office/drawing/2014/main" id="{0CEFF0C6-00E8-A097-EC61-BE7022907B6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043445" y="5150791"/>
            <a:ext cx="825500" cy="825500"/>
          </a:xfrm>
          <a:prstGeom prst="rect">
            <a:avLst/>
          </a:prstGeom>
        </p:spPr>
      </p:pic>
      <p:pic>
        <p:nvPicPr>
          <p:cNvPr id="33" name="グラフィックス 15">
            <a:extLst>
              <a:ext uri="{FF2B5EF4-FFF2-40B4-BE49-F238E27FC236}">
                <a16:creationId xmlns:a16="http://schemas.microsoft.com/office/drawing/2014/main" id="{14F3FC86-B91F-F273-7791-4CE086D59FC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57976" y="5523122"/>
            <a:ext cx="1143000" cy="1143000"/>
          </a:xfrm>
          <a:prstGeom prst="rect">
            <a:avLst/>
          </a:prstGeom>
        </p:spPr>
      </p:pic>
      <p:pic>
        <p:nvPicPr>
          <p:cNvPr id="34" name="グラフィックス 33">
            <a:extLst>
              <a:ext uri="{FF2B5EF4-FFF2-40B4-BE49-F238E27FC236}">
                <a16:creationId xmlns:a16="http://schemas.microsoft.com/office/drawing/2014/main" id="{BA5D8911-7CB7-7D44-52A8-EAA745D949F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00976" y="5797972"/>
            <a:ext cx="593300" cy="593300"/>
          </a:xfrm>
          <a:prstGeom prst="rect">
            <a:avLst/>
          </a:prstGeom>
        </p:spPr>
      </p:pic>
      <p:sp>
        <p:nvSpPr>
          <p:cNvPr id="37" name="吹き出し: 円形 36">
            <a:extLst>
              <a:ext uri="{FF2B5EF4-FFF2-40B4-BE49-F238E27FC236}">
                <a16:creationId xmlns:a16="http://schemas.microsoft.com/office/drawing/2014/main" id="{5A944719-C7CA-27F2-5707-BB357EEC46BA}"/>
              </a:ext>
            </a:extLst>
          </p:cNvPr>
          <p:cNvSpPr/>
          <p:nvPr/>
        </p:nvSpPr>
        <p:spPr>
          <a:xfrm>
            <a:off x="10826652" y="4378902"/>
            <a:ext cx="1231998" cy="631231"/>
          </a:xfrm>
          <a:prstGeom prst="wedgeEllipseCallout">
            <a:avLst>
              <a:gd name="adj1" fmla="val -21869"/>
              <a:gd name="adj2" fmla="val 71615"/>
            </a:avLst>
          </a:prstGeom>
          <a:solidFill>
            <a:schemeClr val="bg1"/>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latin typeface="UD デジタル 教科書体 NP-R" panose="02020400000000000000" pitchFamily="18" charset="-128"/>
                <a:ea typeface="UD デジタル 教科書体 NP-R" panose="02020400000000000000" pitchFamily="18" charset="-128"/>
              </a:rPr>
              <a:t>精度</a:t>
            </a:r>
            <a:br>
              <a:rPr kumimoji="1" lang="en-US" altLang="ja-JP" dirty="0">
                <a:solidFill>
                  <a:srgbClr val="FF0000"/>
                </a:solidFill>
                <a:latin typeface="UD デジタル 教科書体 NP-R" panose="02020400000000000000" pitchFamily="18" charset="-128"/>
                <a:ea typeface="UD デジタル 教科書体 NP-R" panose="02020400000000000000" pitchFamily="18" charset="-128"/>
              </a:rPr>
            </a:br>
            <a:r>
              <a:rPr lang="en-US" altLang="ja-JP" dirty="0">
                <a:solidFill>
                  <a:srgbClr val="FF0000"/>
                </a:solidFill>
                <a:latin typeface="UD デジタル 教科書体 NP-R" panose="02020400000000000000" pitchFamily="18" charset="-128"/>
                <a:ea typeface="UD デジタル 教科書体 NP-R" panose="02020400000000000000" pitchFamily="18" charset="-128"/>
              </a:rPr>
              <a:t>9</a:t>
            </a:r>
            <a:r>
              <a:rPr kumimoji="1" lang="en-US" altLang="ja-JP" dirty="0">
                <a:solidFill>
                  <a:srgbClr val="FF0000"/>
                </a:solidFill>
                <a:latin typeface="UD デジタル 教科書体 NP-R" panose="02020400000000000000" pitchFamily="18" charset="-128"/>
                <a:ea typeface="UD デジタル 教科書体 NP-R" panose="02020400000000000000" pitchFamily="18" charset="-128"/>
              </a:rPr>
              <a:t>0%</a:t>
            </a:r>
            <a:endParaRPr kumimoji="1" lang="ja-JP" altLang="en-US" dirty="0">
              <a:solidFill>
                <a:srgbClr val="FF0000"/>
              </a:solidFill>
              <a:latin typeface="UD デジタル 教科書体 NP-R" panose="02020400000000000000" pitchFamily="18" charset="-128"/>
              <a:ea typeface="UD デジタル 教科書体 NP-R" panose="02020400000000000000" pitchFamily="18" charset="-128"/>
            </a:endParaRPr>
          </a:p>
        </p:txBody>
      </p:sp>
      <p:sp>
        <p:nvSpPr>
          <p:cNvPr id="39" name="四角形: 角を丸くする 38">
            <a:extLst>
              <a:ext uri="{FF2B5EF4-FFF2-40B4-BE49-F238E27FC236}">
                <a16:creationId xmlns:a16="http://schemas.microsoft.com/office/drawing/2014/main" id="{3B4AA177-96B4-5E18-A4B4-F4250AEEA98B}"/>
              </a:ext>
            </a:extLst>
          </p:cNvPr>
          <p:cNvSpPr/>
          <p:nvPr/>
        </p:nvSpPr>
        <p:spPr>
          <a:xfrm>
            <a:off x="6419851" y="4013420"/>
            <a:ext cx="2371724" cy="377726"/>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rgbClr val="333333"/>
                </a:solidFill>
                <a:latin typeface="UD デジタル 教科書体 NP-R" panose="02020400000000000000" pitchFamily="18" charset="-128"/>
                <a:ea typeface="UD デジタル 教科書体 NP-R" panose="02020400000000000000" pitchFamily="18" charset="-128"/>
              </a:rPr>
              <a:t>協力して学習</a:t>
            </a:r>
          </a:p>
        </p:txBody>
      </p:sp>
      <p:pic>
        <p:nvPicPr>
          <p:cNvPr id="40" name="グラフィックス 39">
            <a:extLst>
              <a:ext uri="{FF2B5EF4-FFF2-40B4-BE49-F238E27FC236}">
                <a16:creationId xmlns:a16="http://schemas.microsoft.com/office/drawing/2014/main" id="{6C0B2250-1666-A26B-B402-773CDDA902E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2031165">
            <a:off x="8506648" y="4600295"/>
            <a:ext cx="640161" cy="543015"/>
          </a:xfrm>
          <a:prstGeom prst="rect">
            <a:avLst/>
          </a:prstGeom>
        </p:spPr>
      </p:pic>
      <p:pic>
        <p:nvPicPr>
          <p:cNvPr id="41" name="グラフィックス 40">
            <a:extLst>
              <a:ext uri="{FF2B5EF4-FFF2-40B4-BE49-F238E27FC236}">
                <a16:creationId xmlns:a16="http://schemas.microsoft.com/office/drawing/2014/main" id="{D0B4B28C-76FB-9BE2-CBCC-32EA5E1DA9E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19568835" flipV="1">
            <a:off x="8500487" y="5857629"/>
            <a:ext cx="692492" cy="672627"/>
          </a:xfrm>
          <a:prstGeom prst="rect">
            <a:avLst/>
          </a:prstGeom>
        </p:spPr>
      </p:pic>
      <p:pic>
        <p:nvPicPr>
          <p:cNvPr id="42" name="グラフィックス 41">
            <a:extLst>
              <a:ext uri="{FF2B5EF4-FFF2-40B4-BE49-F238E27FC236}">
                <a16:creationId xmlns:a16="http://schemas.microsoft.com/office/drawing/2014/main" id="{A131A7FE-B9E1-2910-E58D-EB63FFFEC7B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130658" y="5041292"/>
            <a:ext cx="942925" cy="942925"/>
          </a:xfrm>
          <a:prstGeom prst="rect">
            <a:avLst/>
          </a:prstGeom>
        </p:spPr>
      </p:pic>
      <p:sp>
        <p:nvSpPr>
          <p:cNvPr id="43" name="テキスト ボックス 42">
            <a:extLst>
              <a:ext uri="{FF2B5EF4-FFF2-40B4-BE49-F238E27FC236}">
                <a16:creationId xmlns:a16="http://schemas.microsoft.com/office/drawing/2014/main" id="{66EF1AA1-59A3-C30C-B2B2-C466D2797760}"/>
              </a:ext>
            </a:extLst>
          </p:cNvPr>
          <p:cNvSpPr txBox="1"/>
          <p:nvPr/>
        </p:nvSpPr>
        <p:spPr>
          <a:xfrm>
            <a:off x="8291338" y="1474330"/>
            <a:ext cx="1019523" cy="400110"/>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学習</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
        <p:nvSpPr>
          <p:cNvPr id="44" name="テキスト ボックス 43">
            <a:extLst>
              <a:ext uri="{FF2B5EF4-FFF2-40B4-BE49-F238E27FC236}">
                <a16:creationId xmlns:a16="http://schemas.microsoft.com/office/drawing/2014/main" id="{97515217-29CC-54E3-51DE-5DA29CBE6E33}"/>
              </a:ext>
            </a:extLst>
          </p:cNvPr>
          <p:cNvSpPr txBox="1"/>
          <p:nvPr/>
        </p:nvSpPr>
        <p:spPr>
          <a:xfrm>
            <a:off x="9961503" y="4809651"/>
            <a:ext cx="1019523" cy="400110"/>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学習</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
        <p:nvSpPr>
          <p:cNvPr id="45" name="テキスト ボックス 44">
            <a:extLst>
              <a:ext uri="{FF2B5EF4-FFF2-40B4-BE49-F238E27FC236}">
                <a16:creationId xmlns:a16="http://schemas.microsoft.com/office/drawing/2014/main" id="{D23FE686-07FB-0551-31B5-8E3F40307012}"/>
              </a:ext>
            </a:extLst>
          </p:cNvPr>
          <p:cNvSpPr txBox="1"/>
          <p:nvPr/>
        </p:nvSpPr>
        <p:spPr>
          <a:xfrm>
            <a:off x="9130658" y="4366276"/>
            <a:ext cx="1019523" cy="707886"/>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データ</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集約</a:t>
            </a:r>
          </a:p>
        </p:txBody>
      </p:sp>
    </p:spTree>
    <p:extLst>
      <p:ext uri="{BB962C8B-B14F-4D97-AF65-F5344CB8AC3E}">
        <p14:creationId xmlns:p14="http://schemas.microsoft.com/office/powerpoint/2010/main" val="812685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C9DC7EA-5AEC-2DE0-C1FB-17C395A0B3C9}"/>
              </a:ext>
            </a:extLst>
          </p:cNvPr>
          <p:cNvSpPr>
            <a:spLocks noGrp="1"/>
          </p:cNvSpPr>
          <p:nvPr>
            <p:ph idx="1"/>
          </p:nvPr>
        </p:nvSpPr>
        <p:spPr>
          <a:xfrm>
            <a:off x="609600" y="1481333"/>
            <a:ext cx="5585313" cy="4983834"/>
          </a:xfrm>
        </p:spPr>
        <p:txBody>
          <a:bodyPr>
            <a:normAutofit/>
          </a:bodyPr>
          <a:lstStyle/>
          <a:p>
            <a:r>
              <a:rPr kumimoji="1" lang="ja-JP" altLang="en-US" dirty="0"/>
              <a:t>データ収集の課題</a:t>
            </a:r>
            <a:endParaRPr kumimoji="1" lang="en-US" altLang="ja-JP" dirty="0"/>
          </a:p>
          <a:p>
            <a:pPr lvl="1"/>
            <a:r>
              <a:rPr lang="ja-JP" altLang="en-US" dirty="0">
                <a:solidFill>
                  <a:srgbClr val="FF0000"/>
                </a:solidFill>
              </a:rPr>
              <a:t>プライバシー</a:t>
            </a:r>
            <a:r>
              <a:rPr lang="ja-JP" altLang="en-US" dirty="0"/>
              <a:t>保護の課題</a:t>
            </a:r>
            <a:endParaRPr lang="en-US" altLang="ja-JP" dirty="0"/>
          </a:p>
          <a:p>
            <a:pPr lvl="2"/>
            <a:r>
              <a:rPr kumimoji="1" lang="ja-JP" altLang="en-US" dirty="0"/>
              <a:t>企業の持つデータには</a:t>
            </a:r>
            <a:r>
              <a:rPr kumimoji="1" lang="ja-JP" altLang="en-US" dirty="0">
                <a:solidFill>
                  <a:srgbClr val="FF0000"/>
                </a:solidFill>
              </a:rPr>
              <a:t>顧客のプライバシー</a:t>
            </a:r>
            <a:r>
              <a:rPr kumimoji="1" lang="ja-JP" altLang="en-US" dirty="0"/>
              <a:t>が多く含まれる</a:t>
            </a:r>
            <a:endParaRPr kumimoji="1" lang="en-US" altLang="ja-JP" dirty="0"/>
          </a:p>
          <a:p>
            <a:pPr lvl="2"/>
            <a:r>
              <a:rPr lang="ja-JP" altLang="en-US" dirty="0">
                <a:solidFill>
                  <a:srgbClr val="FF0000"/>
                </a:solidFill>
              </a:rPr>
              <a:t>社外と共有できない</a:t>
            </a:r>
            <a:r>
              <a:rPr lang="ja-JP" altLang="en-US" dirty="0"/>
              <a:t>データも</a:t>
            </a:r>
            <a:endParaRPr kumimoji="1" lang="en-US" altLang="ja-JP" dirty="0"/>
          </a:p>
          <a:p>
            <a:pPr lvl="1"/>
            <a:r>
              <a:rPr lang="ja-JP" altLang="en-US" dirty="0">
                <a:solidFill>
                  <a:srgbClr val="FF0000"/>
                </a:solidFill>
              </a:rPr>
              <a:t>セキュリティリスク</a:t>
            </a:r>
            <a:r>
              <a:rPr lang="ja-JP" altLang="en-US" dirty="0"/>
              <a:t>の増大</a:t>
            </a:r>
            <a:endParaRPr lang="en-US" altLang="ja-JP" dirty="0"/>
          </a:p>
          <a:p>
            <a:pPr lvl="2"/>
            <a:r>
              <a:rPr kumimoji="1" lang="en-US" altLang="ja-JP" dirty="0"/>
              <a:t>1</a:t>
            </a:r>
            <a:r>
              <a:rPr kumimoji="1" lang="ja-JP" altLang="en-US" dirty="0"/>
              <a:t>つのサーバから</a:t>
            </a:r>
            <a:r>
              <a:rPr kumimoji="1" lang="ja-JP" altLang="en-US" dirty="0">
                <a:solidFill>
                  <a:srgbClr val="FF0000"/>
                </a:solidFill>
              </a:rPr>
              <a:t>複数社のデータ漏出</a:t>
            </a:r>
            <a:r>
              <a:rPr kumimoji="1" lang="ja-JP" altLang="en-US" dirty="0"/>
              <a:t>の可能性</a:t>
            </a:r>
            <a:endParaRPr kumimoji="1" lang="en-US" altLang="ja-JP" dirty="0"/>
          </a:p>
          <a:p>
            <a:pPr lvl="2"/>
            <a:endParaRPr lang="en-US" altLang="ja-JP" dirty="0"/>
          </a:p>
          <a:p>
            <a:r>
              <a:rPr kumimoji="1" lang="ja-JP" altLang="en-US" dirty="0"/>
              <a:t>連合学習では</a:t>
            </a:r>
            <a:r>
              <a:rPr kumimoji="1" lang="ja-JP" altLang="en-US" dirty="0">
                <a:solidFill>
                  <a:srgbClr val="FF0000"/>
                </a:solidFill>
              </a:rPr>
              <a:t>データ集約なし</a:t>
            </a:r>
          </a:p>
        </p:txBody>
      </p:sp>
      <p:sp>
        <p:nvSpPr>
          <p:cNvPr id="3" name="タイトル 2">
            <a:extLst>
              <a:ext uri="{FF2B5EF4-FFF2-40B4-BE49-F238E27FC236}">
                <a16:creationId xmlns:a16="http://schemas.microsoft.com/office/drawing/2014/main" id="{F3652CD2-F578-3F58-4D62-57D9D5BEFD7A}"/>
              </a:ext>
            </a:extLst>
          </p:cNvPr>
          <p:cNvSpPr>
            <a:spLocks noGrp="1"/>
          </p:cNvSpPr>
          <p:nvPr>
            <p:ph type="title"/>
          </p:nvPr>
        </p:nvSpPr>
        <p:spPr/>
        <p:txBody>
          <a:bodyPr/>
          <a:lstStyle/>
          <a:p>
            <a:r>
              <a:rPr lang="ja-JP" altLang="en-US" dirty="0"/>
              <a:t>なぜ、連合学習が必要なのか</a:t>
            </a:r>
            <a:endParaRPr kumimoji="1" lang="ja-JP" altLang="en-US" dirty="0"/>
          </a:p>
        </p:txBody>
      </p:sp>
      <p:sp>
        <p:nvSpPr>
          <p:cNvPr id="4" name="四角形: 角を丸くする 3">
            <a:extLst>
              <a:ext uri="{FF2B5EF4-FFF2-40B4-BE49-F238E27FC236}">
                <a16:creationId xmlns:a16="http://schemas.microsoft.com/office/drawing/2014/main" id="{28FDC5E2-9DAF-3D6A-0D2D-B73706E5FE57}"/>
              </a:ext>
            </a:extLst>
          </p:cNvPr>
          <p:cNvSpPr/>
          <p:nvPr/>
        </p:nvSpPr>
        <p:spPr>
          <a:xfrm>
            <a:off x="6264103" y="1674714"/>
            <a:ext cx="5695950" cy="2448597"/>
          </a:xfrm>
          <a:prstGeom prst="roundRect">
            <a:avLst/>
          </a:prstGeom>
          <a:solidFill>
            <a:schemeClr val="bg1"/>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グラフィックス 15">
            <a:extLst>
              <a:ext uri="{FF2B5EF4-FFF2-40B4-BE49-F238E27FC236}">
                <a16:creationId xmlns:a16="http://schemas.microsoft.com/office/drawing/2014/main" id="{D437D04A-CFB8-8973-3B5D-A778E8DEEE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48426" y="1794854"/>
            <a:ext cx="1143000" cy="1143000"/>
          </a:xfrm>
          <a:prstGeom prst="rect">
            <a:avLst/>
          </a:prstGeom>
        </p:spPr>
      </p:pic>
      <p:pic>
        <p:nvPicPr>
          <p:cNvPr id="6" name="グラフィックス 5">
            <a:extLst>
              <a:ext uri="{FF2B5EF4-FFF2-40B4-BE49-F238E27FC236}">
                <a16:creationId xmlns:a16="http://schemas.microsoft.com/office/drawing/2014/main" id="{FEAE6D1F-91F8-C32E-EA69-E3F31E7923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1426" y="2069704"/>
            <a:ext cx="593300" cy="593300"/>
          </a:xfrm>
          <a:prstGeom prst="rect">
            <a:avLst/>
          </a:prstGeom>
        </p:spPr>
      </p:pic>
      <p:pic>
        <p:nvPicPr>
          <p:cNvPr id="9" name="グラフィックス 15">
            <a:extLst>
              <a:ext uri="{FF2B5EF4-FFF2-40B4-BE49-F238E27FC236}">
                <a16:creationId xmlns:a16="http://schemas.microsoft.com/office/drawing/2014/main" id="{784A9A16-3C6B-3C72-D70E-FDC1F90ECD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48426" y="2991035"/>
            <a:ext cx="1143000" cy="1143000"/>
          </a:xfrm>
          <a:prstGeom prst="rect">
            <a:avLst/>
          </a:prstGeom>
        </p:spPr>
      </p:pic>
      <p:pic>
        <p:nvPicPr>
          <p:cNvPr id="10" name="グラフィックス 9">
            <a:extLst>
              <a:ext uri="{FF2B5EF4-FFF2-40B4-BE49-F238E27FC236}">
                <a16:creationId xmlns:a16="http://schemas.microsoft.com/office/drawing/2014/main" id="{2B33D1A1-C4A5-ACBE-850E-6A437FB3BA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91426" y="3265885"/>
            <a:ext cx="593300" cy="593300"/>
          </a:xfrm>
          <a:prstGeom prst="rect">
            <a:avLst/>
          </a:prstGeom>
        </p:spPr>
      </p:pic>
      <p:sp>
        <p:nvSpPr>
          <p:cNvPr id="12" name="四角形: 角を丸くする 11">
            <a:extLst>
              <a:ext uri="{FF2B5EF4-FFF2-40B4-BE49-F238E27FC236}">
                <a16:creationId xmlns:a16="http://schemas.microsoft.com/office/drawing/2014/main" id="{C08AFFF9-A5C3-C926-AEEA-8F7F6D723173}"/>
              </a:ext>
            </a:extLst>
          </p:cNvPr>
          <p:cNvSpPr/>
          <p:nvPr/>
        </p:nvSpPr>
        <p:spPr>
          <a:xfrm>
            <a:off x="6210301" y="1481333"/>
            <a:ext cx="2371724" cy="377726"/>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rgbClr val="333333"/>
                </a:solidFill>
                <a:latin typeface="UD デジタル 教科書体 NP-R" panose="02020400000000000000" pitchFamily="18" charset="-128"/>
                <a:ea typeface="UD デジタル 教科書体 NP-R" panose="02020400000000000000" pitchFamily="18" charset="-128"/>
              </a:rPr>
              <a:t>協力して学習</a:t>
            </a:r>
          </a:p>
        </p:txBody>
      </p:sp>
      <p:pic>
        <p:nvPicPr>
          <p:cNvPr id="13" name="グラフィックス 12">
            <a:extLst>
              <a:ext uri="{FF2B5EF4-FFF2-40B4-BE49-F238E27FC236}">
                <a16:creationId xmlns:a16="http://schemas.microsoft.com/office/drawing/2014/main" id="{856F6695-8110-DFE4-A3FF-5F0D96ED9FD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2031165">
            <a:off x="8297098" y="2068208"/>
            <a:ext cx="640161" cy="543015"/>
          </a:xfrm>
          <a:prstGeom prst="rect">
            <a:avLst/>
          </a:prstGeom>
        </p:spPr>
      </p:pic>
      <p:pic>
        <p:nvPicPr>
          <p:cNvPr id="14" name="グラフィックス 13">
            <a:extLst>
              <a:ext uri="{FF2B5EF4-FFF2-40B4-BE49-F238E27FC236}">
                <a16:creationId xmlns:a16="http://schemas.microsoft.com/office/drawing/2014/main" id="{359C55B6-F575-2D4F-5273-D1B7F45C8C6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9568835" flipV="1">
            <a:off x="8290937" y="3325542"/>
            <a:ext cx="692492" cy="672627"/>
          </a:xfrm>
          <a:prstGeom prst="rect">
            <a:avLst/>
          </a:prstGeom>
        </p:spPr>
      </p:pic>
      <p:pic>
        <p:nvPicPr>
          <p:cNvPr id="15" name="グラフィックス 14">
            <a:extLst>
              <a:ext uri="{FF2B5EF4-FFF2-40B4-BE49-F238E27FC236}">
                <a16:creationId xmlns:a16="http://schemas.microsoft.com/office/drawing/2014/main" id="{FF4830EA-C3A7-A427-3936-22E813CD819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21108" y="2509205"/>
            <a:ext cx="942925" cy="942925"/>
          </a:xfrm>
          <a:prstGeom prst="rect">
            <a:avLst/>
          </a:prstGeom>
        </p:spPr>
      </p:pic>
      <p:sp>
        <p:nvSpPr>
          <p:cNvPr id="17" name="テキスト ボックス 16">
            <a:extLst>
              <a:ext uri="{FF2B5EF4-FFF2-40B4-BE49-F238E27FC236}">
                <a16:creationId xmlns:a16="http://schemas.microsoft.com/office/drawing/2014/main" id="{F31029FB-BCA4-4728-F89D-A6F8B8B94DA1}"/>
              </a:ext>
            </a:extLst>
          </p:cNvPr>
          <p:cNvSpPr txBox="1"/>
          <p:nvPr/>
        </p:nvSpPr>
        <p:spPr>
          <a:xfrm>
            <a:off x="8921108" y="1834189"/>
            <a:ext cx="1019523" cy="707886"/>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データ</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集約</a:t>
            </a:r>
          </a:p>
        </p:txBody>
      </p:sp>
      <p:sp>
        <p:nvSpPr>
          <p:cNvPr id="7" name="吹き出し: 四角形 6">
            <a:extLst>
              <a:ext uri="{FF2B5EF4-FFF2-40B4-BE49-F238E27FC236}">
                <a16:creationId xmlns:a16="http://schemas.microsoft.com/office/drawing/2014/main" id="{0CE341C6-67E7-812F-7BEF-4E03BA83A5B8}"/>
              </a:ext>
            </a:extLst>
          </p:cNvPr>
          <p:cNvSpPr/>
          <p:nvPr/>
        </p:nvSpPr>
        <p:spPr>
          <a:xfrm>
            <a:off x="9940631" y="1810050"/>
            <a:ext cx="1866559" cy="807569"/>
          </a:xfrm>
          <a:prstGeom prst="wedgeRectCallout">
            <a:avLst>
              <a:gd name="adj1" fmla="val -42346"/>
              <a:gd name="adj2" fmla="val 66581"/>
            </a:avLst>
          </a:prstGeom>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solidFill>
                  <a:srgbClr val="FF0000"/>
                </a:solidFill>
                <a:latin typeface="UD デジタル 教科書体 NP-R" panose="02020400000000000000" pitchFamily="18" charset="-128"/>
                <a:ea typeface="UD デジタル 教科書体 NP-R" panose="02020400000000000000" pitchFamily="18" charset="-128"/>
              </a:rPr>
              <a:t>プライバシー</a:t>
            </a:r>
            <a:br>
              <a:rPr kumimoji="1" lang="en-US" altLang="ja-JP" dirty="0">
                <a:latin typeface="UD デジタル 教科書体 NP-R" panose="02020400000000000000" pitchFamily="18" charset="-128"/>
                <a:ea typeface="UD デジタル 教科書体 NP-R" panose="02020400000000000000" pitchFamily="18" charset="-128"/>
              </a:rPr>
            </a:br>
            <a:r>
              <a:rPr kumimoji="1" lang="ja-JP" altLang="en-US" dirty="0">
                <a:latin typeface="UD デジタル 教科書体 NP-R" panose="02020400000000000000" pitchFamily="18" charset="-128"/>
                <a:ea typeface="UD デジタル 教科書体 NP-R" panose="02020400000000000000" pitchFamily="18" charset="-128"/>
              </a:rPr>
              <a:t>保護の課題</a:t>
            </a:r>
            <a:endParaRPr kumimoji="1" lang="en-US" altLang="ja-JP" dirty="0">
              <a:latin typeface="UD デジタル 教科書体 NP-R" panose="02020400000000000000" pitchFamily="18" charset="-128"/>
              <a:ea typeface="UD デジタル 教科書体 NP-R" panose="02020400000000000000" pitchFamily="18" charset="-128"/>
            </a:endParaRPr>
          </a:p>
        </p:txBody>
      </p:sp>
      <p:sp>
        <p:nvSpPr>
          <p:cNvPr id="8" name="四角形: 角を丸くする 7">
            <a:extLst>
              <a:ext uri="{FF2B5EF4-FFF2-40B4-BE49-F238E27FC236}">
                <a16:creationId xmlns:a16="http://schemas.microsoft.com/office/drawing/2014/main" id="{A2994BCE-3C60-0F8B-FBB3-ECD14B3CF591}"/>
              </a:ext>
            </a:extLst>
          </p:cNvPr>
          <p:cNvSpPr/>
          <p:nvPr/>
        </p:nvSpPr>
        <p:spPr>
          <a:xfrm>
            <a:off x="6341540" y="4446095"/>
            <a:ext cx="5585313" cy="2323002"/>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ja-JP" altLang="en-US"/>
          </a:p>
        </p:txBody>
      </p:sp>
      <p:pic>
        <p:nvPicPr>
          <p:cNvPr id="11" name="グラフィックス 10">
            <a:extLst>
              <a:ext uri="{FF2B5EF4-FFF2-40B4-BE49-F238E27FC236}">
                <a16:creationId xmlns:a16="http://schemas.microsoft.com/office/drawing/2014/main" id="{31060E30-A00F-A126-A781-57A40225FF4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29898" y="4979882"/>
            <a:ext cx="1413955" cy="1413955"/>
          </a:xfrm>
          <a:prstGeom prst="rect">
            <a:avLst/>
          </a:prstGeom>
        </p:spPr>
      </p:pic>
      <p:sp>
        <p:nvSpPr>
          <p:cNvPr id="16" name="テキスト ボックス 15">
            <a:extLst>
              <a:ext uri="{FF2B5EF4-FFF2-40B4-BE49-F238E27FC236}">
                <a16:creationId xmlns:a16="http://schemas.microsoft.com/office/drawing/2014/main" id="{561A101F-EFD2-8A43-20A3-8D06A6CC726C}"/>
              </a:ext>
            </a:extLst>
          </p:cNvPr>
          <p:cNvSpPr txBox="1"/>
          <p:nvPr/>
        </p:nvSpPr>
        <p:spPr>
          <a:xfrm>
            <a:off x="9976600" y="4613161"/>
            <a:ext cx="1668084" cy="400110"/>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中央サーバ</a:t>
            </a:r>
          </a:p>
        </p:txBody>
      </p:sp>
      <p:pic>
        <p:nvPicPr>
          <p:cNvPr id="18" name="グラフィックス 17">
            <a:extLst>
              <a:ext uri="{FF2B5EF4-FFF2-40B4-BE49-F238E27FC236}">
                <a16:creationId xmlns:a16="http://schemas.microsoft.com/office/drawing/2014/main" id="{B3DFB1DB-74A3-8C72-DEF3-BCF71F5177F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87388" y="4762309"/>
            <a:ext cx="889939" cy="889939"/>
          </a:xfrm>
          <a:prstGeom prst="rect">
            <a:avLst/>
          </a:prstGeom>
        </p:spPr>
      </p:pic>
      <p:pic>
        <p:nvPicPr>
          <p:cNvPr id="19" name="グラフィックス 18">
            <a:extLst>
              <a:ext uri="{FF2B5EF4-FFF2-40B4-BE49-F238E27FC236}">
                <a16:creationId xmlns:a16="http://schemas.microsoft.com/office/drawing/2014/main" id="{7A32105B-42FA-73CF-02ED-A70CCDC125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21026" y="4962770"/>
            <a:ext cx="527851" cy="527851"/>
          </a:xfrm>
          <a:prstGeom prst="rect">
            <a:avLst/>
          </a:prstGeom>
        </p:spPr>
      </p:pic>
      <p:pic>
        <p:nvPicPr>
          <p:cNvPr id="20" name="グラフィックス 19">
            <a:extLst>
              <a:ext uri="{FF2B5EF4-FFF2-40B4-BE49-F238E27FC236}">
                <a16:creationId xmlns:a16="http://schemas.microsoft.com/office/drawing/2014/main" id="{BD81B1E0-1437-C2C5-A5C8-1D8BFD1C437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99034" y="5667220"/>
            <a:ext cx="889939" cy="889939"/>
          </a:xfrm>
          <a:prstGeom prst="rect">
            <a:avLst/>
          </a:prstGeom>
        </p:spPr>
      </p:pic>
      <p:pic>
        <p:nvPicPr>
          <p:cNvPr id="21" name="グラフィックス 20">
            <a:extLst>
              <a:ext uri="{FF2B5EF4-FFF2-40B4-BE49-F238E27FC236}">
                <a16:creationId xmlns:a16="http://schemas.microsoft.com/office/drawing/2014/main" id="{8F557A6B-B1C0-687D-5E78-6E38AE96A2D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71923" y="6007296"/>
            <a:ext cx="457871" cy="457871"/>
          </a:xfrm>
          <a:prstGeom prst="rect">
            <a:avLst/>
          </a:prstGeom>
        </p:spPr>
      </p:pic>
      <p:sp>
        <p:nvSpPr>
          <p:cNvPr id="22" name="テキスト ボックス 21">
            <a:extLst>
              <a:ext uri="{FF2B5EF4-FFF2-40B4-BE49-F238E27FC236}">
                <a16:creationId xmlns:a16="http://schemas.microsoft.com/office/drawing/2014/main" id="{7FF5BCCA-C093-9208-8845-17253FCE2CFB}"/>
              </a:ext>
            </a:extLst>
          </p:cNvPr>
          <p:cNvSpPr txBox="1"/>
          <p:nvPr/>
        </p:nvSpPr>
        <p:spPr>
          <a:xfrm>
            <a:off x="8921108" y="4403130"/>
            <a:ext cx="1019523" cy="707886"/>
          </a:xfrm>
          <a:prstGeom prst="rect">
            <a:avLst/>
          </a:prstGeom>
          <a:noFill/>
        </p:spPr>
        <p:txBody>
          <a:bodyPr wrap="square" rtlCol="0">
            <a:spAutoFit/>
          </a:bodyPr>
          <a:lstStyle/>
          <a:p>
            <a:pPr algn="ctr"/>
            <a:r>
              <a:rPr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モデル</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集約</a:t>
            </a:r>
          </a:p>
        </p:txBody>
      </p:sp>
      <p:sp>
        <p:nvSpPr>
          <p:cNvPr id="23" name="四角形: 角を丸くする 22">
            <a:extLst>
              <a:ext uri="{FF2B5EF4-FFF2-40B4-BE49-F238E27FC236}">
                <a16:creationId xmlns:a16="http://schemas.microsoft.com/office/drawing/2014/main" id="{E6C79783-FF8A-ED72-D6B7-DF40CAB483D7}"/>
              </a:ext>
            </a:extLst>
          </p:cNvPr>
          <p:cNvSpPr/>
          <p:nvPr/>
        </p:nvSpPr>
        <p:spPr>
          <a:xfrm>
            <a:off x="6268826" y="4144917"/>
            <a:ext cx="1619250" cy="527935"/>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rgbClr val="333333"/>
                </a:solidFill>
                <a:latin typeface="UD デジタル 教科書体 NP-R" panose="02020400000000000000" pitchFamily="18" charset="-128"/>
                <a:ea typeface="UD デジタル 教科書体 NP-R" panose="02020400000000000000" pitchFamily="18" charset="-128"/>
              </a:rPr>
              <a:t>連合学習</a:t>
            </a:r>
            <a:endParaRPr kumimoji="1" lang="ja-JP" altLang="en-US" sz="2400" dirty="0">
              <a:solidFill>
                <a:srgbClr val="333333"/>
              </a:solidFill>
              <a:latin typeface="UD デジタル 教科書体 NP-R" panose="02020400000000000000" pitchFamily="18" charset="-128"/>
              <a:ea typeface="UD デジタル 教科書体 NP-R" panose="02020400000000000000" pitchFamily="18" charset="-128"/>
            </a:endParaRPr>
          </a:p>
        </p:txBody>
      </p:sp>
      <p:pic>
        <p:nvPicPr>
          <p:cNvPr id="24" name="グラフィックス 23">
            <a:extLst>
              <a:ext uri="{FF2B5EF4-FFF2-40B4-BE49-F238E27FC236}">
                <a16:creationId xmlns:a16="http://schemas.microsoft.com/office/drawing/2014/main" id="{93E288FD-9419-BD38-B165-E0D2276D3CE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126317" y="5510101"/>
            <a:ext cx="764690" cy="764690"/>
          </a:xfrm>
          <a:prstGeom prst="rect">
            <a:avLst/>
          </a:prstGeom>
        </p:spPr>
      </p:pic>
      <p:pic>
        <p:nvPicPr>
          <p:cNvPr id="25" name="グラフィックス 24">
            <a:extLst>
              <a:ext uri="{FF2B5EF4-FFF2-40B4-BE49-F238E27FC236}">
                <a16:creationId xmlns:a16="http://schemas.microsoft.com/office/drawing/2014/main" id="{9FA4A90C-4EF9-BC6E-FB95-C26E56B1875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120061" y="4688028"/>
            <a:ext cx="764690" cy="764690"/>
          </a:xfrm>
          <a:prstGeom prst="rect">
            <a:avLst/>
          </a:prstGeom>
        </p:spPr>
      </p:pic>
      <p:pic>
        <p:nvPicPr>
          <p:cNvPr id="26" name="グラフィックス 25">
            <a:extLst>
              <a:ext uri="{FF2B5EF4-FFF2-40B4-BE49-F238E27FC236}">
                <a16:creationId xmlns:a16="http://schemas.microsoft.com/office/drawing/2014/main" id="{02922B26-80A3-E4A7-862F-2A27EFE07B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2031165">
            <a:off x="9101879" y="4989592"/>
            <a:ext cx="741198" cy="448852"/>
          </a:xfrm>
          <a:prstGeom prst="rect">
            <a:avLst/>
          </a:prstGeom>
        </p:spPr>
      </p:pic>
      <p:pic>
        <p:nvPicPr>
          <p:cNvPr id="27" name="グラフィックス 26">
            <a:extLst>
              <a:ext uri="{FF2B5EF4-FFF2-40B4-BE49-F238E27FC236}">
                <a16:creationId xmlns:a16="http://schemas.microsoft.com/office/drawing/2014/main" id="{81755B75-9781-E0DE-C163-196A6A8B6E0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9568835" flipV="1">
            <a:off x="9054464" y="5619723"/>
            <a:ext cx="850752" cy="515194"/>
          </a:xfrm>
          <a:prstGeom prst="rect">
            <a:avLst/>
          </a:prstGeom>
        </p:spPr>
      </p:pic>
      <p:pic>
        <p:nvPicPr>
          <p:cNvPr id="28" name="グラフィックス 27">
            <a:extLst>
              <a:ext uri="{FF2B5EF4-FFF2-40B4-BE49-F238E27FC236}">
                <a16:creationId xmlns:a16="http://schemas.microsoft.com/office/drawing/2014/main" id="{F7B1D259-8038-EC71-7595-E7EB6DE6A22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V="1">
            <a:off x="7848373" y="6299960"/>
            <a:ext cx="3025537" cy="443967"/>
          </a:xfrm>
          <a:prstGeom prst="rect">
            <a:avLst/>
          </a:prstGeom>
        </p:spPr>
      </p:pic>
      <p:sp>
        <p:nvSpPr>
          <p:cNvPr id="30" name="乗算記号 29">
            <a:extLst>
              <a:ext uri="{FF2B5EF4-FFF2-40B4-BE49-F238E27FC236}">
                <a16:creationId xmlns:a16="http://schemas.microsoft.com/office/drawing/2014/main" id="{3DD4EBBB-AB7F-AE0C-D929-7B055DC6E6D7}"/>
              </a:ext>
            </a:extLst>
          </p:cNvPr>
          <p:cNvSpPr/>
          <p:nvPr/>
        </p:nvSpPr>
        <p:spPr>
          <a:xfrm>
            <a:off x="8743507" y="6097011"/>
            <a:ext cx="861814" cy="861814"/>
          </a:xfrm>
          <a:prstGeom prst="mathMultiply">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吹き出し: 四角形 28">
            <a:extLst>
              <a:ext uri="{FF2B5EF4-FFF2-40B4-BE49-F238E27FC236}">
                <a16:creationId xmlns:a16="http://schemas.microsoft.com/office/drawing/2014/main" id="{FA362574-F174-3065-09EE-A46CC3DF45D0}"/>
              </a:ext>
            </a:extLst>
          </p:cNvPr>
          <p:cNvSpPr/>
          <p:nvPr/>
        </p:nvSpPr>
        <p:spPr>
          <a:xfrm>
            <a:off x="9940631" y="3231860"/>
            <a:ext cx="1866559" cy="807569"/>
          </a:xfrm>
          <a:prstGeom prst="wedgeRectCallout">
            <a:avLst>
              <a:gd name="adj1" fmla="val -44795"/>
              <a:gd name="adj2" fmla="val -66463"/>
            </a:avLst>
          </a:prstGeom>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solidFill>
                  <a:srgbClr val="FF0000"/>
                </a:solidFill>
                <a:latin typeface="UD デジタル 教科書体 NP-R" panose="02020400000000000000" pitchFamily="18" charset="-128"/>
                <a:ea typeface="UD デジタル 教科書体 NP-R" panose="02020400000000000000" pitchFamily="18" charset="-128"/>
              </a:rPr>
              <a:t>セキュリティ</a:t>
            </a:r>
            <a:endParaRPr kumimoji="1" lang="en-US" altLang="ja-JP" dirty="0">
              <a:solidFill>
                <a:srgbClr val="FF0000"/>
              </a:solidFill>
              <a:latin typeface="UD デジタル 教科書体 NP-R" panose="02020400000000000000" pitchFamily="18" charset="-128"/>
              <a:ea typeface="UD デジタル 教科書体 NP-R" panose="02020400000000000000" pitchFamily="18" charset="-128"/>
            </a:endParaRPr>
          </a:p>
          <a:p>
            <a:pPr algn="ctr"/>
            <a:r>
              <a:rPr lang="ja-JP" altLang="en-US" dirty="0">
                <a:latin typeface="UD デジタル 教科書体 NP-R" panose="02020400000000000000" pitchFamily="18" charset="-128"/>
                <a:ea typeface="UD デジタル 教科書体 NP-R" panose="02020400000000000000" pitchFamily="18" charset="-128"/>
              </a:rPr>
              <a:t>リスクの増大</a:t>
            </a:r>
            <a:endParaRPr kumimoji="1" lang="en-US" altLang="ja-JP" dirty="0">
              <a:latin typeface="UD デジタル 教科書体 NP-R" panose="02020400000000000000" pitchFamily="18" charset="-128"/>
              <a:ea typeface="UD デジタル 教科書体 NP-R" panose="02020400000000000000" pitchFamily="18" charset="-128"/>
            </a:endParaRPr>
          </a:p>
        </p:txBody>
      </p:sp>
    </p:spTree>
    <p:extLst>
      <p:ext uri="{BB962C8B-B14F-4D97-AF65-F5344CB8AC3E}">
        <p14:creationId xmlns:p14="http://schemas.microsoft.com/office/powerpoint/2010/main" val="3517008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838AB641-14FE-58C8-ABB7-1D0819274C32}"/>
              </a:ext>
            </a:extLst>
          </p:cNvPr>
          <p:cNvSpPr>
            <a:spLocks noGrp="1"/>
          </p:cNvSpPr>
          <p:nvPr>
            <p:ph idx="1"/>
          </p:nvPr>
        </p:nvSpPr>
        <p:spPr>
          <a:xfrm>
            <a:off x="609600" y="1481333"/>
            <a:ext cx="3596640" cy="4525963"/>
          </a:xfrm>
        </p:spPr>
        <p:txBody>
          <a:bodyPr/>
          <a:lstStyle/>
          <a:p>
            <a:pPr marL="596646" indent="-514350">
              <a:buFont typeface="+mj-lt"/>
              <a:buAutoNum type="arabicPeriod"/>
            </a:pPr>
            <a:r>
              <a:rPr kumimoji="1" lang="ja-JP" altLang="en-US" dirty="0"/>
              <a:t>初期モデル配布</a:t>
            </a:r>
            <a:endParaRPr kumimoji="1" lang="en-US" altLang="ja-JP" dirty="0"/>
          </a:p>
          <a:p>
            <a:pPr marL="596646" indent="-514350">
              <a:buFont typeface="+mj-lt"/>
              <a:buAutoNum type="arabicPeriod"/>
            </a:pPr>
            <a:endParaRPr lang="en-US" altLang="ja-JP" dirty="0"/>
          </a:p>
          <a:p>
            <a:pPr marL="596646" indent="-514350">
              <a:buFont typeface="+mj-lt"/>
              <a:buAutoNum type="arabicPeriod"/>
            </a:pPr>
            <a:r>
              <a:rPr kumimoji="1" lang="ja-JP" altLang="en-US" dirty="0"/>
              <a:t>ローカル学習</a:t>
            </a:r>
            <a:endParaRPr kumimoji="1" lang="en-US" altLang="ja-JP" dirty="0"/>
          </a:p>
          <a:p>
            <a:pPr marL="596646" indent="-514350">
              <a:buFont typeface="+mj-lt"/>
              <a:buAutoNum type="arabicPeriod"/>
            </a:pPr>
            <a:endParaRPr lang="en-US" altLang="ja-JP" dirty="0"/>
          </a:p>
          <a:p>
            <a:pPr marL="596646" indent="-514350">
              <a:buFont typeface="+mj-lt"/>
              <a:buAutoNum type="arabicPeriod"/>
            </a:pPr>
            <a:r>
              <a:rPr kumimoji="1" lang="ja-JP" altLang="en-US" dirty="0"/>
              <a:t>モデル送信</a:t>
            </a:r>
            <a:endParaRPr kumimoji="1" lang="en-US" altLang="ja-JP" dirty="0"/>
          </a:p>
          <a:p>
            <a:pPr marL="596646" indent="-514350">
              <a:buFont typeface="+mj-lt"/>
              <a:buAutoNum type="arabicPeriod"/>
            </a:pPr>
            <a:endParaRPr lang="en-US" altLang="ja-JP" dirty="0"/>
          </a:p>
          <a:p>
            <a:pPr marL="596646" indent="-514350">
              <a:buFont typeface="+mj-lt"/>
              <a:buAutoNum type="arabicPeriod"/>
            </a:pPr>
            <a:r>
              <a:rPr kumimoji="1" lang="ja-JP" altLang="en-US" dirty="0"/>
              <a:t>モデル統合</a:t>
            </a:r>
            <a:endParaRPr kumimoji="1" lang="en-US" altLang="ja-JP" dirty="0"/>
          </a:p>
          <a:p>
            <a:pPr marL="596646" indent="-514350">
              <a:buFont typeface="+mj-lt"/>
              <a:buAutoNum type="arabicPeriod"/>
            </a:pPr>
            <a:endParaRPr lang="en-US" altLang="ja-JP" dirty="0"/>
          </a:p>
          <a:p>
            <a:pPr marL="596646" indent="-514350">
              <a:buFont typeface="+mj-lt"/>
              <a:buAutoNum type="arabicPeriod"/>
            </a:pPr>
            <a:r>
              <a:rPr kumimoji="1" lang="ja-JP" altLang="en-US" dirty="0"/>
              <a:t>再送信</a:t>
            </a:r>
          </a:p>
        </p:txBody>
      </p:sp>
      <p:sp>
        <p:nvSpPr>
          <p:cNvPr id="3" name="タイトル 2">
            <a:extLst>
              <a:ext uri="{FF2B5EF4-FFF2-40B4-BE49-F238E27FC236}">
                <a16:creationId xmlns:a16="http://schemas.microsoft.com/office/drawing/2014/main" id="{98F5CA0A-E202-9D68-DC9C-CC8D636A0477}"/>
              </a:ext>
            </a:extLst>
          </p:cNvPr>
          <p:cNvSpPr>
            <a:spLocks noGrp="1"/>
          </p:cNvSpPr>
          <p:nvPr>
            <p:ph type="title"/>
          </p:nvPr>
        </p:nvSpPr>
        <p:spPr/>
        <p:txBody>
          <a:bodyPr/>
          <a:lstStyle/>
          <a:p>
            <a:r>
              <a:rPr kumimoji="1" lang="ja-JP" altLang="en-US" dirty="0"/>
              <a:t>連合学習の流れ</a:t>
            </a:r>
          </a:p>
        </p:txBody>
      </p:sp>
      <p:pic>
        <p:nvPicPr>
          <p:cNvPr id="4" name="グラフィックス 3">
            <a:extLst>
              <a:ext uri="{FF2B5EF4-FFF2-40B4-BE49-F238E27FC236}">
                <a16:creationId xmlns:a16="http://schemas.microsoft.com/office/drawing/2014/main" id="{20A2F535-0423-F93C-42AC-C8E708BCF13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86865" y="1959721"/>
            <a:ext cx="7905135" cy="4506445"/>
          </a:xfrm>
          <a:prstGeom prst="rect">
            <a:avLst/>
          </a:prstGeom>
        </p:spPr>
      </p:pic>
      <p:sp>
        <p:nvSpPr>
          <p:cNvPr id="5" name="テキスト ボックス 4">
            <a:extLst>
              <a:ext uri="{FF2B5EF4-FFF2-40B4-BE49-F238E27FC236}">
                <a16:creationId xmlns:a16="http://schemas.microsoft.com/office/drawing/2014/main" id="{B3D4B4BA-41AB-49C2-7F23-B09DA21D751C}"/>
              </a:ext>
            </a:extLst>
          </p:cNvPr>
          <p:cNvSpPr txBox="1"/>
          <p:nvPr/>
        </p:nvSpPr>
        <p:spPr>
          <a:xfrm>
            <a:off x="4767867" y="1417638"/>
            <a:ext cx="1781523" cy="400110"/>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取りまとめ役</a:t>
            </a:r>
          </a:p>
        </p:txBody>
      </p:sp>
      <p:sp>
        <p:nvSpPr>
          <p:cNvPr id="6" name="テキスト ボックス 5">
            <a:extLst>
              <a:ext uri="{FF2B5EF4-FFF2-40B4-BE49-F238E27FC236}">
                <a16:creationId xmlns:a16="http://schemas.microsoft.com/office/drawing/2014/main" id="{D374D5F3-D50C-2FAC-CE33-4EBBFBF54EFB}"/>
              </a:ext>
            </a:extLst>
          </p:cNvPr>
          <p:cNvSpPr txBox="1"/>
          <p:nvPr/>
        </p:nvSpPr>
        <p:spPr>
          <a:xfrm>
            <a:off x="8387367" y="1435991"/>
            <a:ext cx="2833083" cy="400110"/>
          </a:xfrm>
          <a:prstGeom prst="rect">
            <a:avLst/>
          </a:prstGeom>
          <a:noFill/>
        </p:spPr>
        <p:txBody>
          <a:bodyPr wrap="square" rtlCol="0">
            <a:spAutoFit/>
          </a:bodyPr>
          <a:lstStyle/>
          <a:p>
            <a:pPr algn="ctr"/>
            <a:r>
              <a:rPr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データを持つ企業など</a:t>
            </a:r>
            <a:endPar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1393640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FA6EA76-3F6B-DF3D-DE4D-6C3884C70EFA}"/>
              </a:ext>
            </a:extLst>
          </p:cNvPr>
          <p:cNvSpPr>
            <a:spLocks noGrp="1"/>
          </p:cNvSpPr>
          <p:nvPr>
            <p:ph idx="1"/>
          </p:nvPr>
        </p:nvSpPr>
        <p:spPr/>
        <p:txBody>
          <a:bodyPr/>
          <a:lstStyle/>
          <a:p>
            <a:r>
              <a:rPr kumimoji="1" lang="ja-JP" altLang="en-US" dirty="0"/>
              <a:t>データを外部と共有しない</a:t>
            </a:r>
            <a:endParaRPr kumimoji="1" lang="en-US" altLang="ja-JP" dirty="0"/>
          </a:p>
          <a:p>
            <a:pPr lvl="1"/>
            <a:r>
              <a:rPr lang="ja-JP" altLang="en-US" dirty="0"/>
              <a:t>プライバシーを含むデータを学習利用可能に</a:t>
            </a:r>
            <a:endParaRPr lang="en-US" altLang="ja-JP" dirty="0"/>
          </a:p>
          <a:p>
            <a:pPr lvl="2"/>
            <a:r>
              <a:rPr lang="ja-JP" altLang="en-US" dirty="0"/>
              <a:t>顧客の個人情報や企業秘密を含むデータも活用可能</a:t>
            </a:r>
            <a:endParaRPr lang="en-US" altLang="ja-JP" dirty="0"/>
          </a:p>
          <a:p>
            <a:pPr lvl="2"/>
            <a:r>
              <a:rPr lang="ja-JP" altLang="en-US" dirty="0">
                <a:solidFill>
                  <a:srgbClr val="FF0000"/>
                </a:solidFill>
              </a:rPr>
              <a:t>他社のデータも学習</a:t>
            </a:r>
            <a:r>
              <a:rPr lang="ja-JP" altLang="en-US" dirty="0"/>
              <a:t>したモデルを入手可能</a:t>
            </a:r>
            <a:endParaRPr lang="en-US" altLang="ja-JP" dirty="0"/>
          </a:p>
          <a:p>
            <a:pPr lvl="3"/>
            <a:r>
              <a:rPr lang="ja-JP" altLang="en-US" dirty="0"/>
              <a:t>データの多様性向上による</a:t>
            </a:r>
            <a:r>
              <a:rPr lang="ja-JP" altLang="en-US" dirty="0">
                <a:solidFill>
                  <a:srgbClr val="FF0000"/>
                </a:solidFill>
              </a:rPr>
              <a:t>モデルの精度や汎化性能の向上</a:t>
            </a:r>
            <a:endParaRPr lang="en-US" altLang="ja-JP" dirty="0">
              <a:solidFill>
                <a:srgbClr val="FF0000"/>
              </a:solidFill>
            </a:endParaRPr>
          </a:p>
          <a:p>
            <a:pPr lvl="2"/>
            <a:endParaRPr lang="en-US" altLang="ja-JP" dirty="0"/>
          </a:p>
          <a:p>
            <a:pPr lvl="1"/>
            <a:r>
              <a:rPr lang="ja-JP" altLang="en-US" dirty="0"/>
              <a:t>セキュリティリスクの分散</a:t>
            </a:r>
            <a:endParaRPr lang="en-US" altLang="ja-JP" dirty="0"/>
          </a:p>
          <a:p>
            <a:pPr lvl="2"/>
            <a:r>
              <a:rPr lang="ja-JP" altLang="en-US" dirty="0"/>
              <a:t>データの分割管理による</a:t>
            </a:r>
            <a:r>
              <a:rPr lang="ja-JP" altLang="en-US" dirty="0">
                <a:solidFill>
                  <a:srgbClr val="FF0000"/>
                </a:solidFill>
              </a:rPr>
              <a:t>データ漏洩リスク低減</a:t>
            </a:r>
            <a:endParaRPr lang="en-US" altLang="ja-JP" dirty="0">
              <a:solidFill>
                <a:srgbClr val="FF0000"/>
              </a:solidFill>
            </a:endParaRPr>
          </a:p>
          <a:p>
            <a:pPr lvl="2"/>
            <a:endParaRPr lang="en-US" altLang="ja-JP" dirty="0"/>
          </a:p>
          <a:p>
            <a:pPr lvl="1"/>
            <a:endParaRPr lang="en-US" altLang="ja-JP" dirty="0"/>
          </a:p>
          <a:p>
            <a:pPr lvl="1"/>
            <a:endParaRPr lang="en-US" altLang="ja-JP" dirty="0"/>
          </a:p>
          <a:p>
            <a:pPr lvl="2"/>
            <a:endParaRPr kumimoji="1" lang="en-US" altLang="ja-JP" dirty="0"/>
          </a:p>
          <a:p>
            <a:pPr lvl="1"/>
            <a:endParaRPr kumimoji="1" lang="ja-JP" altLang="en-US" dirty="0"/>
          </a:p>
        </p:txBody>
      </p:sp>
      <p:sp>
        <p:nvSpPr>
          <p:cNvPr id="3" name="タイトル 2">
            <a:extLst>
              <a:ext uri="{FF2B5EF4-FFF2-40B4-BE49-F238E27FC236}">
                <a16:creationId xmlns:a16="http://schemas.microsoft.com/office/drawing/2014/main" id="{8EBC9CDE-258C-AC06-CDE0-4809ACB4EC4B}"/>
              </a:ext>
            </a:extLst>
          </p:cNvPr>
          <p:cNvSpPr>
            <a:spLocks noGrp="1"/>
          </p:cNvSpPr>
          <p:nvPr>
            <p:ph type="title"/>
          </p:nvPr>
        </p:nvSpPr>
        <p:spPr/>
        <p:txBody>
          <a:bodyPr/>
          <a:lstStyle/>
          <a:p>
            <a:r>
              <a:rPr kumimoji="1" lang="ja-JP" altLang="en-US" dirty="0"/>
              <a:t>連合学習のメリット</a:t>
            </a:r>
          </a:p>
        </p:txBody>
      </p:sp>
      <p:pic>
        <p:nvPicPr>
          <p:cNvPr id="5" name="グラフィックス 4" descr="チェックマークの付いた盾 単色塗りつぶし">
            <a:extLst>
              <a:ext uri="{FF2B5EF4-FFF2-40B4-BE49-F238E27FC236}">
                <a16:creationId xmlns:a16="http://schemas.microsoft.com/office/drawing/2014/main" id="{DB2C6851-CD5C-E0C8-8C2C-E2CD5599A2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20100" y="1481333"/>
            <a:ext cx="914400" cy="914400"/>
          </a:xfrm>
          <a:prstGeom prst="rect">
            <a:avLst/>
          </a:prstGeom>
        </p:spPr>
      </p:pic>
      <p:pic>
        <p:nvPicPr>
          <p:cNvPr id="7" name="グラフィックス 6">
            <a:extLst>
              <a:ext uri="{FF2B5EF4-FFF2-40B4-BE49-F238E27FC236}">
                <a16:creationId xmlns:a16="http://schemas.microsoft.com/office/drawing/2014/main" id="{3936B737-ECAE-DBF6-4F70-4D72F33FB6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94118" y="2090738"/>
            <a:ext cx="1157287" cy="1157287"/>
          </a:xfrm>
          <a:prstGeom prst="rect">
            <a:avLst/>
          </a:prstGeom>
        </p:spPr>
      </p:pic>
      <p:pic>
        <p:nvPicPr>
          <p:cNvPr id="9" name="グラフィックス 8">
            <a:extLst>
              <a:ext uri="{FF2B5EF4-FFF2-40B4-BE49-F238E27FC236}">
                <a16:creationId xmlns:a16="http://schemas.microsoft.com/office/drawing/2014/main" id="{326918B7-B9EE-5F57-B158-094F7C58C7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9971" y="4242191"/>
            <a:ext cx="1901434" cy="1901434"/>
          </a:xfrm>
          <a:prstGeom prst="rect">
            <a:avLst/>
          </a:prstGeom>
        </p:spPr>
      </p:pic>
    </p:spTree>
    <p:extLst>
      <p:ext uri="{BB962C8B-B14F-4D97-AF65-F5344CB8AC3E}">
        <p14:creationId xmlns:p14="http://schemas.microsoft.com/office/powerpoint/2010/main" val="3757382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B9E5F39-6F5E-E90D-1C44-C61B2ED62BCD}"/>
              </a:ext>
            </a:extLst>
          </p:cNvPr>
          <p:cNvSpPr>
            <a:spLocks noGrp="1"/>
          </p:cNvSpPr>
          <p:nvPr>
            <p:ph idx="1"/>
          </p:nvPr>
        </p:nvSpPr>
        <p:spPr>
          <a:xfrm>
            <a:off x="609600" y="1481333"/>
            <a:ext cx="7010400" cy="4525963"/>
          </a:xfrm>
        </p:spPr>
        <p:txBody>
          <a:bodyPr/>
          <a:lstStyle/>
          <a:p>
            <a:r>
              <a:rPr kumimoji="1" lang="ja-JP" altLang="en-US" dirty="0">
                <a:solidFill>
                  <a:srgbClr val="FF0000"/>
                </a:solidFill>
              </a:rPr>
              <a:t>データの重なり方</a:t>
            </a:r>
            <a:r>
              <a:rPr kumimoji="1" lang="ja-JP" altLang="en-US" dirty="0"/>
              <a:t>で</a:t>
            </a:r>
            <a:r>
              <a:rPr kumimoji="1" lang="en-US" altLang="ja-JP" dirty="0"/>
              <a:t>2</a:t>
            </a:r>
            <a:r>
              <a:rPr kumimoji="1" lang="ja-JP" altLang="en-US" dirty="0"/>
              <a:t>種類の手法に分割</a:t>
            </a:r>
            <a:endParaRPr kumimoji="1" lang="en-US" altLang="ja-JP" dirty="0"/>
          </a:p>
          <a:p>
            <a:pPr lvl="1"/>
            <a:r>
              <a:rPr kumimoji="1" lang="ja-JP" altLang="en-US" dirty="0"/>
              <a:t>水平連合学習</a:t>
            </a:r>
            <a:endParaRPr kumimoji="1" lang="en-US" altLang="ja-JP" dirty="0"/>
          </a:p>
          <a:p>
            <a:pPr lvl="2"/>
            <a:r>
              <a:rPr kumimoji="1" lang="ja-JP" altLang="en-US" dirty="0"/>
              <a:t>データの項目：同一　</a:t>
            </a:r>
            <a:br>
              <a:rPr kumimoji="1" lang="en-US" altLang="ja-JP" dirty="0"/>
            </a:br>
            <a:r>
              <a:rPr kumimoji="1" lang="ja-JP" altLang="en-US" dirty="0"/>
              <a:t>対象サンプル：異なる</a:t>
            </a:r>
            <a:endParaRPr kumimoji="1" lang="en-US" altLang="ja-JP" dirty="0"/>
          </a:p>
          <a:p>
            <a:pPr lvl="1"/>
            <a:endParaRPr kumimoji="1" lang="en-US" altLang="ja-JP" dirty="0"/>
          </a:p>
          <a:p>
            <a:pPr lvl="1"/>
            <a:endParaRPr kumimoji="1" lang="en-US" altLang="ja-JP" dirty="0"/>
          </a:p>
          <a:p>
            <a:pPr lvl="1"/>
            <a:r>
              <a:rPr kumimoji="1" lang="ja-JP" altLang="en-US" dirty="0"/>
              <a:t>垂直連合学習</a:t>
            </a:r>
            <a:endParaRPr kumimoji="1" lang="en-US" altLang="ja-JP" dirty="0"/>
          </a:p>
          <a:p>
            <a:pPr lvl="2"/>
            <a:r>
              <a:rPr lang="ja-JP" altLang="en-US" dirty="0"/>
              <a:t>データの項目：異なる　</a:t>
            </a:r>
            <a:br>
              <a:rPr lang="en-US" altLang="ja-JP" dirty="0"/>
            </a:br>
            <a:r>
              <a:rPr lang="ja-JP" altLang="en-US" dirty="0"/>
              <a:t>対象サンプル：同一</a:t>
            </a:r>
            <a:endParaRPr lang="en-US" altLang="ja-JP" dirty="0"/>
          </a:p>
          <a:p>
            <a:pPr lvl="2"/>
            <a:endParaRPr kumimoji="1" lang="ja-JP" altLang="en-US" dirty="0"/>
          </a:p>
        </p:txBody>
      </p:sp>
      <p:sp>
        <p:nvSpPr>
          <p:cNvPr id="3" name="タイトル 2">
            <a:extLst>
              <a:ext uri="{FF2B5EF4-FFF2-40B4-BE49-F238E27FC236}">
                <a16:creationId xmlns:a16="http://schemas.microsoft.com/office/drawing/2014/main" id="{7D09DAF6-66F9-74D9-9EA9-A29D3B40DDEA}"/>
              </a:ext>
            </a:extLst>
          </p:cNvPr>
          <p:cNvSpPr>
            <a:spLocks noGrp="1"/>
          </p:cNvSpPr>
          <p:nvPr>
            <p:ph type="title"/>
          </p:nvPr>
        </p:nvSpPr>
        <p:spPr/>
        <p:txBody>
          <a:bodyPr/>
          <a:lstStyle/>
          <a:p>
            <a:r>
              <a:rPr kumimoji="1" lang="ja-JP" altLang="en-US" dirty="0"/>
              <a:t>連合学習の分類</a:t>
            </a:r>
          </a:p>
        </p:txBody>
      </p:sp>
      <p:graphicFrame>
        <p:nvGraphicFramePr>
          <p:cNvPr id="4" name="表 3">
            <a:extLst>
              <a:ext uri="{FF2B5EF4-FFF2-40B4-BE49-F238E27FC236}">
                <a16:creationId xmlns:a16="http://schemas.microsoft.com/office/drawing/2014/main" id="{81D41156-7140-5662-2AE5-28B3772008BE}"/>
              </a:ext>
            </a:extLst>
          </p:cNvPr>
          <p:cNvGraphicFramePr>
            <a:graphicFrameLocks noGrp="1"/>
          </p:cNvGraphicFramePr>
          <p:nvPr>
            <p:extLst>
              <p:ext uri="{D42A27DB-BD31-4B8C-83A1-F6EECF244321}">
                <p14:modId xmlns:p14="http://schemas.microsoft.com/office/powerpoint/2010/main" val="2169560710"/>
              </p:ext>
            </p:extLst>
          </p:nvPr>
        </p:nvGraphicFramePr>
        <p:xfrm>
          <a:off x="5291684" y="1960400"/>
          <a:ext cx="5426076" cy="1097280"/>
        </p:xfrm>
        <a:graphic>
          <a:graphicData uri="http://schemas.openxmlformats.org/drawingml/2006/table">
            <a:tbl>
              <a:tblPr firstRow="1" bandRow="1">
                <a:tableStyleId>{69012ECD-51FC-41F1-AA8D-1B2483CD663E}</a:tableStyleId>
              </a:tblPr>
              <a:tblGrid>
                <a:gridCol w="904346">
                  <a:extLst>
                    <a:ext uri="{9D8B030D-6E8A-4147-A177-3AD203B41FA5}">
                      <a16:colId xmlns:a16="http://schemas.microsoft.com/office/drawing/2014/main" val="731479911"/>
                    </a:ext>
                  </a:extLst>
                </a:gridCol>
                <a:gridCol w="904346">
                  <a:extLst>
                    <a:ext uri="{9D8B030D-6E8A-4147-A177-3AD203B41FA5}">
                      <a16:colId xmlns:a16="http://schemas.microsoft.com/office/drawing/2014/main" val="26989903"/>
                    </a:ext>
                  </a:extLst>
                </a:gridCol>
                <a:gridCol w="904346">
                  <a:extLst>
                    <a:ext uri="{9D8B030D-6E8A-4147-A177-3AD203B41FA5}">
                      <a16:colId xmlns:a16="http://schemas.microsoft.com/office/drawing/2014/main" val="3104315351"/>
                    </a:ext>
                  </a:extLst>
                </a:gridCol>
                <a:gridCol w="904346">
                  <a:extLst>
                    <a:ext uri="{9D8B030D-6E8A-4147-A177-3AD203B41FA5}">
                      <a16:colId xmlns:a16="http://schemas.microsoft.com/office/drawing/2014/main" val="3746977742"/>
                    </a:ext>
                  </a:extLst>
                </a:gridCol>
                <a:gridCol w="904346">
                  <a:extLst>
                    <a:ext uri="{9D8B030D-6E8A-4147-A177-3AD203B41FA5}">
                      <a16:colId xmlns:a16="http://schemas.microsoft.com/office/drawing/2014/main" val="3177283301"/>
                    </a:ext>
                  </a:extLst>
                </a:gridCol>
                <a:gridCol w="904346">
                  <a:extLst>
                    <a:ext uri="{9D8B030D-6E8A-4147-A177-3AD203B41FA5}">
                      <a16:colId xmlns:a16="http://schemas.microsoft.com/office/drawing/2014/main" val="3630897584"/>
                    </a:ext>
                  </a:extLst>
                </a:gridCol>
              </a:tblGrid>
              <a:tr h="258578">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氏名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国語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数学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理科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社会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英語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9224380"/>
                  </a:ext>
                </a:extLst>
              </a:tr>
              <a:tr h="258578">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45</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62</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82</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93</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58</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909852"/>
                  </a:ext>
                </a:extLst>
              </a:tr>
              <a:tr h="258578">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B</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52</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93</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61</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68</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630455"/>
                  </a:ext>
                </a:extLst>
              </a:tr>
            </a:tbl>
          </a:graphicData>
        </a:graphic>
      </p:graphicFrame>
      <p:graphicFrame>
        <p:nvGraphicFramePr>
          <p:cNvPr id="5" name="表 4">
            <a:extLst>
              <a:ext uri="{FF2B5EF4-FFF2-40B4-BE49-F238E27FC236}">
                <a16:creationId xmlns:a16="http://schemas.microsoft.com/office/drawing/2014/main" id="{D6D22BD2-C5BF-F182-E8E7-F043928C81EE}"/>
              </a:ext>
            </a:extLst>
          </p:cNvPr>
          <p:cNvGraphicFramePr>
            <a:graphicFrameLocks noGrp="1"/>
          </p:cNvGraphicFramePr>
          <p:nvPr>
            <p:extLst>
              <p:ext uri="{D42A27DB-BD31-4B8C-83A1-F6EECF244321}">
                <p14:modId xmlns:p14="http://schemas.microsoft.com/office/powerpoint/2010/main" val="3022717293"/>
              </p:ext>
            </p:extLst>
          </p:nvPr>
        </p:nvGraphicFramePr>
        <p:xfrm>
          <a:off x="5291684" y="3233789"/>
          <a:ext cx="5426076" cy="1097280"/>
        </p:xfrm>
        <a:graphic>
          <a:graphicData uri="http://schemas.openxmlformats.org/drawingml/2006/table">
            <a:tbl>
              <a:tblPr firstRow="1" bandRow="1">
                <a:tableStyleId>{69012ECD-51FC-41F1-AA8D-1B2483CD663E}</a:tableStyleId>
              </a:tblPr>
              <a:tblGrid>
                <a:gridCol w="904346">
                  <a:extLst>
                    <a:ext uri="{9D8B030D-6E8A-4147-A177-3AD203B41FA5}">
                      <a16:colId xmlns:a16="http://schemas.microsoft.com/office/drawing/2014/main" val="1521579722"/>
                    </a:ext>
                  </a:extLst>
                </a:gridCol>
                <a:gridCol w="904346">
                  <a:extLst>
                    <a:ext uri="{9D8B030D-6E8A-4147-A177-3AD203B41FA5}">
                      <a16:colId xmlns:a16="http://schemas.microsoft.com/office/drawing/2014/main" val="1824521717"/>
                    </a:ext>
                  </a:extLst>
                </a:gridCol>
                <a:gridCol w="904346">
                  <a:extLst>
                    <a:ext uri="{9D8B030D-6E8A-4147-A177-3AD203B41FA5}">
                      <a16:colId xmlns:a16="http://schemas.microsoft.com/office/drawing/2014/main" val="1452682018"/>
                    </a:ext>
                  </a:extLst>
                </a:gridCol>
                <a:gridCol w="904346">
                  <a:extLst>
                    <a:ext uri="{9D8B030D-6E8A-4147-A177-3AD203B41FA5}">
                      <a16:colId xmlns:a16="http://schemas.microsoft.com/office/drawing/2014/main" val="1693146351"/>
                    </a:ext>
                  </a:extLst>
                </a:gridCol>
                <a:gridCol w="904346">
                  <a:extLst>
                    <a:ext uri="{9D8B030D-6E8A-4147-A177-3AD203B41FA5}">
                      <a16:colId xmlns:a16="http://schemas.microsoft.com/office/drawing/2014/main" val="4251492327"/>
                    </a:ext>
                  </a:extLst>
                </a:gridCol>
                <a:gridCol w="904346">
                  <a:extLst>
                    <a:ext uri="{9D8B030D-6E8A-4147-A177-3AD203B41FA5}">
                      <a16:colId xmlns:a16="http://schemas.microsoft.com/office/drawing/2014/main" val="3413279966"/>
                    </a:ext>
                  </a:extLst>
                </a:gridCol>
              </a:tblGrid>
              <a:tr h="258578">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氏名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国語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数学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理科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社会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英語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398971"/>
                  </a:ext>
                </a:extLst>
              </a:tr>
              <a:tr h="258578">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C</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11</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94</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25</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34</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2591843"/>
                  </a:ext>
                </a:extLst>
              </a:tr>
              <a:tr h="258578">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D</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86</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77</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28</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73</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65</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954847"/>
                  </a:ext>
                </a:extLst>
              </a:tr>
            </a:tbl>
          </a:graphicData>
        </a:graphic>
      </p:graphicFrame>
      <p:graphicFrame>
        <p:nvGraphicFramePr>
          <p:cNvPr id="6" name="表 5">
            <a:extLst>
              <a:ext uri="{FF2B5EF4-FFF2-40B4-BE49-F238E27FC236}">
                <a16:creationId xmlns:a16="http://schemas.microsoft.com/office/drawing/2014/main" id="{86D3A070-9782-FCAF-C9A8-90C1127B955C}"/>
              </a:ext>
            </a:extLst>
          </p:cNvPr>
          <p:cNvGraphicFramePr>
            <a:graphicFrameLocks noGrp="1"/>
          </p:cNvGraphicFramePr>
          <p:nvPr>
            <p:extLst>
              <p:ext uri="{D42A27DB-BD31-4B8C-83A1-F6EECF244321}">
                <p14:modId xmlns:p14="http://schemas.microsoft.com/office/powerpoint/2010/main" val="448819994"/>
              </p:ext>
            </p:extLst>
          </p:nvPr>
        </p:nvGraphicFramePr>
        <p:xfrm>
          <a:off x="5248272" y="4623139"/>
          <a:ext cx="2901952" cy="1854200"/>
        </p:xfrm>
        <a:graphic>
          <a:graphicData uri="http://schemas.openxmlformats.org/drawingml/2006/table">
            <a:tbl>
              <a:tblPr firstRow="1" bandRow="1">
                <a:tableStyleId>{69012ECD-51FC-41F1-AA8D-1B2483CD663E}</a:tableStyleId>
              </a:tblPr>
              <a:tblGrid>
                <a:gridCol w="725488">
                  <a:extLst>
                    <a:ext uri="{9D8B030D-6E8A-4147-A177-3AD203B41FA5}">
                      <a16:colId xmlns:a16="http://schemas.microsoft.com/office/drawing/2014/main" val="1521579722"/>
                    </a:ext>
                  </a:extLst>
                </a:gridCol>
                <a:gridCol w="725488">
                  <a:extLst>
                    <a:ext uri="{9D8B030D-6E8A-4147-A177-3AD203B41FA5}">
                      <a16:colId xmlns:a16="http://schemas.microsoft.com/office/drawing/2014/main" val="1824521717"/>
                    </a:ext>
                  </a:extLst>
                </a:gridCol>
                <a:gridCol w="725488">
                  <a:extLst>
                    <a:ext uri="{9D8B030D-6E8A-4147-A177-3AD203B41FA5}">
                      <a16:colId xmlns:a16="http://schemas.microsoft.com/office/drawing/2014/main" val="1452682018"/>
                    </a:ext>
                  </a:extLst>
                </a:gridCol>
                <a:gridCol w="725488">
                  <a:extLst>
                    <a:ext uri="{9D8B030D-6E8A-4147-A177-3AD203B41FA5}">
                      <a16:colId xmlns:a16="http://schemas.microsoft.com/office/drawing/2014/main" val="1693146351"/>
                    </a:ext>
                  </a:extLst>
                </a:gridCol>
              </a:tblGrid>
              <a:tr h="370840">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氏名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国語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数学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理科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398971"/>
                  </a:ext>
                </a:extLst>
              </a:tr>
              <a:tr h="370840">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45</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62</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82</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8452101"/>
                  </a:ext>
                </a:extLst>
              </a:tr>
              <a:tr h="370840">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B</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52</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93</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893344"/>
                  </a:ext>
                </a:extLst>
              </a:tr>
              <a:tr h="370840">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C</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11</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94</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2591843"/>
                  </a:ext>
                </a:extLst>
              </a:tr>
              <a:tr h="370840">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D</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86</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77</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28</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954847"/>
                  </a:ext>
                </a:extLst>
              </a:tr>
            </a:tbl>
          </a:graphicData>
        </a:graphic>
      </p:graphicFrame>
      <p:graphicFrame>
        <p:nvGraphicFramePr>
          <p:cNvPr id="8" name="表 7">
            <a:extLst>
              <a:ext uri="{FF2B5EF4-FFF2-40B4-BE49-F238E27FC236}">
                <a16:creationId xmlns:a16="http://schemas.microsoft.com/office/drawing/2014/main" id="{B853A455-96A3-CBA5-5CE3-2F3F42F9CFD1}"/>
              </a:ext>
            </a:extLst>
          </p:cNvPr>
          <p:cNvGraphicFramePr>
            <a:graphicFrameLocks noGrp="1"/>
          </p:cNvGraphicFramePr>
          <p:nvPr>
            <p:extLst>
              <p:ext uri="{D42A27DB-BD31-4B8C-83A1-F6EECF244321}">
                <p14:modId xmlns:p14="http://schemas.microsoft.com/office/powerpoint/2010/main" val="2623056864"/>
              </p:ext>
            </p:extLst>
          </p:nvPr>
        </p:nvGraphicFramePr>
        <p:xfrm>
          <a:off x="9502776" y="4623478"/>
          <a:ext cx="2565399" cy="1854200"/>
        </p:xfrm>
        <a:graphic>
          <a:graphicData uri="http://schemas.openxmlformats.org/drawingml/2006/table">
            <a:tbl>
              <a:tblPr firstRow="1" bandRow="1"/>
              <a:tblGrid>
                <a:gridCol w="855133">
                  <a:extLst>
                    <a:ext uri="{9D8B030D-6E8A-4147-A177-3AD203B41FA5}">
                      <a16:colId xmlns:a16="http://schemas.microsoft.com/office/drawing/2014/main" val="4147963512"/>
                    </a:ext>
                  </a:extLst>
                </a:gridCol>
                <a:gridCol w="855133">
                  <a:extLst>
                    <a:ext uri="{9D8B030D-6E8A-4147-A177-3AD203B41FA5}">
                      <a16:colId xmlns:a16="http://schemas.microsoft.com/office/drawing/2014/main" val="3534674430"/>
                    </a:ext>
                  </a:extLst>
                </a:gridCol>
                <a:gridCol w="855133">
                  <a:extLst>
                    <a:ext uri="{9D8B030D-6E8A-4147-A177-3AD203B41FA5}">
                      <a16:colId xmlns:a16="http://schemas.microsoft.com/office/drawing/2014/main" val="3142021503"/>
                    </a:ext>
                  </a:extLst>
                </a:gridCol>
              </a:tblGrid>
              <a:tr h="370840">
                <a:tc>
                  <a:txBody>
                    <a:bodyPr/>
                    <a:lstStyle/>
                    <a:p>
                      <a:pPr marL="0" algn="l" rtl="0" eaLnBrk="1" fontAlgn="t" latinLnBrk="0" hangingPunct="1">
                        <a:buNone/>
                      </a:pPr>
                      <a:r>
                        <a:rPr kumimoji="1" lang="ja-JP" altLang="en-US" sz="1800" b="1" i="0" u="none" strike="noStrike" kern="1200">
                          <a:solidFill>
                            <a:srgbClr val="FFFFFF"/>
                          </a:solidFill>
                          <a:effectLst/>
                          <a:latin typeface="UD デジタル 教科書体 NP-R" panose="02020400000000000000" pitchFamily="18" charset="-128"/>
                          <a:ea typeface="UD デジタル 教科書体 NP-R" panose="02020400000000000000" pitchFamily="18" charset="-128"/>
                        </a:rPr>
                        <a:t>氏名</a:t>
                      </a:r>
                      <a:endParaRPr lang="ja-JP" alt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A2BF"/>
                    </a:solidFill>
                  </a:tcPr>
                </a:tc>
                <a:tc>
                  <a:txBody>
                    <a:bodyPr/>
                    <a:lstStyle/>
                    <a:p>
                      <a:pPr marL="0" algn="l" rtl="0" eaLnBrk="1" fontAlgn="t" latinLnBrk="0" hangingPunct="1">
                        <a:buNone/>
                      </a:pPr>
                      <a:r>
                        <a:rPr kumimoji="1" lang="ja-JP" altLang="en-US" sz="1800" b="1" i="0" u="none" strike="noStrike" kern="1200">
                          <a:solidFill>
                            <a:srgbClr val="FFFFFF"/>
                          </a:solidFill>
                          <a:effectLst/>
                          <a:latin typeface="UD デジタル 教科書体 NP-R" panose="02020400000000000000" pitchFamily="18" charset="-128"/>
                          <a:ea typeface="UD デジタル 教科書体 NP-R" panose="02020400000000000000" pitchFamily="18" charset="-128"/>
                        </a:rPr>
                        <a:t>社会</a:t>
                      </a:r>
                      <a:endParaRPr lang="ja-JP" alt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A2BF"/>
                    </a:solidFill>
                  </a:tcPr>
                </a:tc>
                <a:tc>
                  <a:txBody>
                    <a:bodyPr/>
                    <a:lstStyle/>
                    <a:p>
                      <a:pPr marL="0" algn="l" rtl="0" eaLnBrk="1" fontAlgn="t" latinLnBrk="0" hangingPunct="1">
                        <a:buNone/>
                      </a:pPr>
                      <a:r>
                        <a:rPr kumimoji="1" lang="ja-JP" altLang="en-US" sz="1800" b="1" i="0" u="none" strike="noStrike" kern="1200">
                          <a:solidFill>
                            <a:srgbClr val="FFFFFF"/>
                          </a:solidFill>
                          <a:effectLst/>
                          <a:latin typeface="UD デジタル 教科書体 NP-R" panose="02020400000000000000" pitchFamily="18" charset="-128"/>
                          <a:ea typeface="UD デジタル 教科書体 NP-R" panose="02020400000000000000" pitchFamily="18" charset="-128"/>
                        </a:rPr>
                        <a:t>英語</a:t>
                      </a:r>
                      <a:endParaRPr lang="ja-JP" alt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A2BF"/>
                    </a:solidFill>
                  </a:tcPr>
                </a:tc>
                <a:extLst>
                  <a:ext uri="{0D108BD9-81ED-4DB2-BD59-A6C34878D82A}">
                    <a16:rowId xmlns:a16="http://schemas.microsoft.com/office/drawing/2014/main" val="3345482066"/>
                  </a:ext>
                </a:extLst>
              </a:tr>
              <a:tr h="370840">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A</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93</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58</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142343"/>
                  </a:ext>
                </a:extLst>
              </a:tr>
              <a:tr h="370840">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B</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61</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68</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9257510"/>
                  </a:ext>
                </a:extLst>
              </a:tr>
              <a:tr h="370840">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C</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25</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34</a:t>
                      </a:r>
                      <a:endParaRPr lang="en-US" altLang="ja-JP"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5937463"/>
                  </a:ext>
                </a:extLst>
              </a:tr>
              <a:tr h="370840">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D</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73</a:t>
                      </a:r>
                      <a:endParaRPr lang="en-US" altLang="ja-JP"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65</a:t>
                      </a:r>
                      <a:endParaRPr lang="en-US" altLang="ja-JP"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0239654"/>
                  </a:ext>
                </a:extLst>
              </a:tr>
            </a:tbl>
          </a:graphicData>
        </a:graphic>
      </p:graphicFrame>
      <p:cxnSp>
        <p:nvCxnSpPr>
          <p:cNvPr id="12" name="直線コネクタ 11">
            <a:extLst>
              <a:ext uri="{FF2B5EF4-FFF2-40B4-BE49-F238E27FC236}">
                <a16:creationId xmlns:a16="http://schemas.microsoft.com/office/drawing/2014/main" id="{8EAE6827-768E-1B45-EF79-3425E7C7A447}"/>
              </a:ext>
            </a:extLst>
          </p:cNvPr>
          <p:cNvCxnSpPr>
            <a:cxnSpLocks/>
          </p:cNvCxnSpPr>
          <p:nvPr/>
        </p:nvCxnSpPr>
        <p:spPr>
          <a:xfrm>
            <a:off x="8802961" y="4498154"/>
            <a:ext cx="0" cy="2247900"/>
          </a:xfrm>
          <a:prstGeom prst="line">
            <a:avLst/>
          </a:prstGeom>
          <a:ln w="76200">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C909FD1-0825-CF21-3E21-09293A78D561}"/>
              </a:ext>
            </a:extLst>
          </p:cNvPr>
          <p:cNvSpPr txBox="1"/>
          <p:nvPr/>
        </p:nvSpPr>
        <p:spPr>
          <a:xfrm>
            <a:off x="8004722" y="5568664"/>
            <a:ext cx="1596478" cy="461665"/>
          </a:xfrm>
          <a:prstGeom prst="rect">
            <a:avLst/>
          </a:prstGeom>
          <a:noFill/>
        </p:spPr>
        <p:txBody>
          <a:bodyPr wrap="square" rtlCol="0">
            <a:spAutoFit/>
          </a:bodyPr>
          <a:lstStyle/>
          <a:p>
            <a:pPr algn="ctr"/>
            <a:r>
              <a:rPr kumimoji="1" lang="ja-JP" altLang="en-US" sz="24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垂直 分割</a:t>
            </a:r>
          </a:p>
        </p:txBody>
      </p:sp>
      <p:cxnSp>
        <p:nvCxnSpPr>
          <p:cNvPr id="15" name="直線コネクタ 14">
            <a:extLst>
              <a:ext uri="{FF2B5EF4-FFF2-40B4-BE49-F238E27FC236}">
                <a16:creationId xmlns:a16="http://schemas.microsoft.com/office/drawing/2014/main" id="{922FEEAC-92C9-12CB-9EB1-51CB26A27C7A}"/>
              </a:ext>
            </a:extLst>
          </p:cNvPr>
          <p:cNvCxnSpPr>
            <a:cxnSpLocks/>
          </p:cNvCxnSpPr>
          <p:nvPr/>
        </p:nvCxnSpPr>
        <p:spPr>
          <a:xfrm>
            <a:off x="5048250" y="3121375"/>
            <a:ext cx="5819775" cy="25201"/>
          </a:xfrm>
          <a:prstGeom prst="line">
            <a:avLst/>
          </a:prstGeom>
          <a:ln w="76200">
            <a:prstDash val="sysDash"/>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5D4DE70A-960A-D714-3C12-63509526CD8A}"/>
              </a:ext>
            </a:extLst>
          </p:cNvPr>
          <p:cNvSpPr txBox="1"/>
          <p:nvPr/>
        </p:nvSpPr>
        <p:spPr>
          <a:xfrm>
            <a:off x="11042650" y="2718381"/>
            <a:ext cx="939800" cy="830997"/>
          </a:xfrm>
          <a:prstGeom prst="rect">
            <a:avLst/>
          </a:prstGeom>
          <a:noFill/>
        </p:spPr>
        <p:txBody>
          <a:bodyPr wrap="square" rtlCol="0">
            <a:spAutoFit/>
          </a:bodyPr>
          <a:lstStyle/>
          <a:p>
            <a:pPr algn="ctr"/>
            <a:r>
              <a:rPr kumimoji="1" lang="ja-JP" altLang="en-US" sz="24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水平</a:t>
            </a:r>
            <a:endParaRPr kumimoji="1" lang="en-US" altLang="ja-JP" sz="24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4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分割</a:t>
            </a:r>
          </a:p>
        </p:txBody>
      </p:sp>
    </p:spTree>
    <p:extLst>
      <p:ext uri="{BB962C8B-B14F-4D97-AF65-F5344CB8AC3E}">
        <p14:creationId xmlns:p14="http://schemas.microsoft.com/office/powerpoint/2010/main" val="3140720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19BD6A2-4AAD-0627-CDD2-DCD194826A81}"/>
              </a:ext>
            </a:extLst>
          </p:cNvPr>
          <p:cNvSpPr>
            <a:spLocks noGrp="1"/>
          </p:cNvSpPr>
          <p:nvPr>
            <p:ph idx="1"/>
          </p:nvPr>
        </p:nvSpPr>
        <p:spPr>
          <a:xfrm>
            <a:off x="609600" y="1481333"/>
            <a:ext cx="5133091" cy="4525963"/>
          </a:xfrm>
        </p:spPr>
        <p:txBody>
          <a:bodyPr/>
          <a:lstStyle/>
          <a:p>
            <a:r>
              <a:rPr lang="ja-JP" altLang="en-US" dirty="0"/>
              <a:t>水平連合学習</a:t>
            </a:r>
            <a:endParaRPr lang="en-US" altLang="ja-JP" dirty="0"/>
          </a:p>
          <a:p>
            <a:pPr lvl="1"/>
            <a:r>
              <a:rPr lang="ja-JP" altLang="en-US" dirty="0"/>
              <a:t>データの項目：同一　</a:t>
            </a:r>
            <a:br>
              <a:rPr lang="en-US" altLang="ja-JP" dirty="0"/>
            </a:br>
            <a:r>
              <a:rPr lang="ja-JP" altLang="en-US" dirty="0"/>
              <a:t>対象サンプル：異なる</a:t>
            </a:r>
            <a:endParaRPr lang="en-US" altLang="ja-JP" dirty="0"/>
          </a:p>
          <a:p>
            <a:endParaRPr kumimoji="1" lang="en-US" altLang="ja-JP" dirty="0"/>
          </a:p>
          <a:p>
            <a:r>
              <a:rPr lang="ja-JP" altLang="en-US" dirty="0"/>
              <a:t>学習手法</a:t>
            </a:r>
            <a:endParaRPr lang="en-US" altLang="ja-JP" dirty="0"/>
          </a:p>
          <a:p>
            <a:pPr lvl="1"/>
            <a:r>
              <a:rPr kumimoji="1" lang="ja-JP" altLang="en-US" dirty="0"/>
              <a:t>各クライアントは</a:t>
            </a:r>
            <a:br>
              <a:rPr kumimoji="1" lang="en-US" altLang="ja-JP" dirty="0"/>
            </a:br>
            <a:r>
              <a:rPr kumimoji="1" lang="ja-JP" altLang="en-US" dirty="0">
                <a:solidFill>
                  <a:srgbClr val="FF0000"/>
                </a:solidFill>
              </a:rPr>
              <a:t>同一のモデル構造</a:t>
            </a:r>
            <a:r>
              <a:rPr kumimoji="1" lang="ja-JP" altLang="en-US" dirty="0"/>
              <a:t>で学習</a:t>
            </a:r>
            <a:endParaRPr kumimoji="1" lang="en-US" altLang="ja-JP" dirty="0"/>
          </a:p>
          <a:p>
            <a:pPr lvl="1"/>
            <a:r>
              <a:rPr lang="ja-JP" altLang="en-US" dirty="0"/>
              <a:t>サーバはモデルを統合して</a:t>
            </a:r>
            <a:br>
              <a:rPr lang="en-US" altLang="ja-JP" dirty="0"/>
            </a:br>
            <a:r>
              <a:rPr lang="ja-JP" altLang="en-US" dirty="0"/>
              <a:t>再送信する動作のみ</a:t>
            </a:r>
            <a:endParaRPr kumimoji="1" lang="ja-JP" altLang="en-US" dirty="0"/>
          </a:p>
        </p:txBody>
      </p:sp>
      <p:sp>
        <p:nvSpPr>
          <p:cNvPr id="3" name="タイトル 2">
            <a:extLst>
              <a:ext uri="{FF2B5EF4-FFF2-40B4-BE49-F238E27FC236}">
                <a16:creationId xmlns:a16="http://schemas.microsoft.com/office/drawing/2014/main" id="{4F19A649-B0AB-DEDD-D4A5-8C7768729ED4}"/>
              </a:ext>
            </a:extLst>
          </p:cNvPr>
          <p:cNvSpPr>
            <a:spLocks noGrp="1"/>
          </p:cNvSpPr>
          <p:nvPr>
            <p:ph type="title"/>
          </p:nvPr>
        </p:nvSpPr>
        <p:spPr/>
        <p:txBody>
          <a:bodyPr/>
          <a:lstStyle/>
          <a:p>
            <a:r>
              <a:rPr kumimoji="1" lang="ja-JP" altLang="en-US" dirty="0"/>
              <a:t>水平連合学習</a:t>
            </a:r>
          </a:p>
        </p:txBody>
      </p:sp>
      <p:graphicFrame>
        <p:nvGraphicFramePr>
          <p:cNvPr id="4" name="表 3">
            <a:extLst>
              <a:ext uri="{FF2B5EF4-FFF2-40B4-BE49-F238E27FC236}">
                <a16:creationId xmlns:a16="http://schemas.microsoft.com/office/drawing/2014/main" id="{E39679E6-6DFA-FD88-0A22-9C98238105E7}"/>
              </a:ext>
            </a:extLst>
          </p:cNvPr>
          <p:cNvGraphicFramePr>
            <a:graphicFrameLocks noGrp="1"/>
          </p:cNvGraphicFramePr>
          <p:nvPr>
            <p:extLst>
              <p:ext uri="{D42A27DB-BD31-4B8C-83A1-F6EECF244321}">
                <p14:modId xmlns:p14="http://schemas.microsoft.com/office/powerpoint/2010/main" val="2842287534"/>
              </p:ext>
            </p:extLst>
          </p:nvPr>
        </p:nvGraphicFramePr>
        <p:xfrm>
          <a:off x="6217690" y="446069"/>
          <a:ext cx="4669386" cy="944259"/>
        </p:xfrm>
        <a:graphic>
          <a:graphicData uri="http://schemas.openxmlformats.org/drawingml/2006/table">
            <a:tbl>
              <a:tblPr firstRow="1" bandRow="1">
                <a:tableStyleId>{69012ECD-51FC-41F1-AA8D-1B2483CD663E}</a:tableStyleId>
              </a:tblPr>
              <a:tblGrid>
                <a:gridCol w="778231">
                  <a:extLst>
                    <a:ext uri="{9D8B030D-6E8A-4147-A177-3AD203B41FA5}">
                      <a16:colId xmlns:a16="http://schemas.microsoft.com/office/drawing/2014/main" val="731479911"/>
                    </a:ext>
                  </a:extLst>
                </a:gridCol>
                <a:gridCol w="778231">
                  <a:extLst>
                    <a:ext uri="{9D8B030D-6E8A-4147-A177-3AD203B41FA5}">
                      <a16:colId xmlns:a16="http://schemas.microsoft.com/office/drawing/2014/main" val="26989903"/>
                    </a:ext>
                  </a:extLst>
                </a:gridCol>
                <a:gridCol w="778231">
                  <a:extLst>
                    <a:ext uri="{9D8B030D-6E8A-4147-A177-3AD203B41FA5}">
                      <a16:colId xmlns:a16="http://schemas.microsoft.com/office/drawing/2014/main" val="3104315351"/>
                    </a:ext>
                  </a:extLst>
                </a:gridCol>
                <a:gridCol w="778231">
                  <a:extLst>
                    <a:ext uri="{9D8B030D-6E8A-4147-A177-3AD203B41FA5}">
                      <a16:colId xmlns:a16="http://schemas.microsoft.com/office/drawing/2014/main" val="3746977742"/>
                    </a:ext>
                  </a:extLst>
                </a:gridCol>
                <a:gridCol w="778231">
                  <a:extLst>
                    <a:ext uri="{9D8B030D-6E8A-4147-A177-3AD203B41FA5}">
                      <a16:colId xmlns:a16="http://schemas.microsoft.com/office/drawing/2014/main" val="3177283301"/>
                    </a:ext>
                  </a:extLst>
                </a:gridCol>
                <a:gridCol w="778231">
                  <a:extLst>
                    <a:ext uri="{9D8B030D-6E8A-4147-A177-3AD203B41FA5}">
                      <a16:colId xmlns:a16="http://schemas.microsoft.com/office/drawing/2014/main" val="3630897584"/>
                    </a:ext>
                  </a:extLst>
                </a:gridCol>
              </a:tblGrid>
              <a:tr h="314753">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氏名</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国語</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数学</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理科</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社会</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英語</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9224380"/>
                  </a:ext>
                </a:extLst>
              </a:tr>
              <a:tr h="314753">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A</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45</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62</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82</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93</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58</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909852"/>
                  </a:ext>
                </a:extLst>
              </a:tr>
              <a:tr h="314753">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B</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52</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7</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93</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61</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68</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630455"/>
                  </a:ext>
                </a:extLst>
              </a:tr>
            </a:tbl>
          </a:graphicData>
        </a:graphic>
      </p:graphicFrame>
      <p:graphicFrame>
        <p:nvGraphicFramePr>
          <p:cNvPr id="5" name="表 4">
            <a:extLst>
              <a:ext uri="{FF2B5EF4-FFF2-40B4-BE49-F238E27FC236}">
                <a16:creationId xmlns:a16="http://schemas.microsoft.com/office/drawing/2014/main" id="{007C610C-0133-6BD8-83E6-DEEDE1F8DD87}"/>
              </a:ext>
            </a:extLst>
          </p:cNvPr>
          <p:cNvGraphicFramePr>
            <a:graphicFrameLocks noGrp="1"/>
          </p:cNvGraphicFramePr>
          <p:nvPr>
            <p:extLst>
              <p:ext uri="{D42A27DB-BD31-4B8C-83A1-F6EECF244321}">
                <p14:modId xmlns:p14="http://schemas.microsoft.com/office/powerpoint/2010/main" val="857238295"/>
              </p:ext>
            </p:extLst>
          </p:nvPr>
        </p:nvGraphicFramePr>
        <p:xfrm>
          <a:off x="6217690" y="1719458"/>
          <a:ext cx="4669386" cy="944259"/>
        </p:xfrm>
        <a:graphic>
          <a:graphicData uri="http://schemas.openxmlformats.org/drawingml/2006/table">
            <a:tbl>
              <a:tblPr firstRow="1" bandRow="1">
                <a:tableStyleId>{69012ECD-51FC-41F1-AA8D-1B2483CD663E}</a:tableStyleId>
              </a:tblPr>
              <a:tblGrid>
                <a:gridCol w="778231">
                  <a:extLst>
                    <a:ext uri="{9D8B030D-6E8A-4147-A177-3AD203B41FA5}">
                      <a16:colId xmlns:a16="http://schemas.microsoft.com/office/drawing/2014/main" val="1521579722"/>
                    </a:ext>
                  </a:extLst>
                </a:gridCol>
                <a:gridCol w="778231">
                  <a:extLst>
                    <a:ext uri="{9D8B030D-6E8A-4147-A177-3AD203B41FA5}">
                      <a16:colId xmlns:a16="http://schemas.microsoft.com/office/drawing/2014/main" val="1824521717"/>
                    </a:ext>
                  </a:extLst>
                </a:gridCol>
                <a:gridCol w="778231">
                  <a:extLst>
                    <a:ext uri="{9D8B030D-6E8A-4147-A177-3AD203B41FA5}">
                      <a16:colId xmlns:a16="http://schemas.microsoft.com/office/drawing/2014/main" val="1452682018"/>
                    </a:ext>
                  </a:extLst>
                </a:gridCol>
                <a:gridCol w="778231">
                  <a:extLst>
                    <a:ext uri="{9D8B030D-6E8A-4147-A177-3AD203B41FA5}">
                      <a16:colId xmlns:a16="http://schemas.microsoft.com/office/drawing/2014/main" val="1693146351"/>
                    </a:ext>
                  </a:extLst>
                </a:gridCol>
                <a:gridCol w="778231">
                  <a:extLst>
                    <a:ext uri="{9D8B030D-6E8A-4147-A177-3AD203B41FA5}">
                      <a16:colId xmlns:a16="http://schemas.microsoft.com/office/drawing/2014/main" val="4251492327"/>
                    </a:ext>
                  </a:extLst>
                </a:gridCol>
                <a:gridCol w="778231">
                  <a:extLst>
                    <a:ext uri="{9D8B030D-6E8A-4147-A177-3AD203B41FA5}">
                      <a16:colId xmlns:a16="http://schemas.microsoft.com/office/drawing/2014/main" val="3413279966"/>
                    </a:ext>
                  </a:extLst>
                </a:gridCol>
              </a:tblGrid>
              <a:tr h="314753">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氏名</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国語</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数学</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理科</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社会</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500" dirty="0">
                          <a:latin typeface="UD デジタル 教科書体 NP-R" panose="02020400000000000000" pitchFamily="18" charset="-128"/>
                          <a:ea typeface="UD デジタル 教科書体 NP-R" panose="02020400000000000000" pitchFamily="18" charset="-128"/>
                        </a:rPr>
                        <a:t>英語</a:t>
                      </a: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398971"/>
                  </a:ext>
                </a:extLst>
              </a:tr>
              <a:tr h="314753">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C</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11</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7</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94</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25</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34</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2591843"/>
                  </a:ext>
                </a:extLst>
              </a:tr>
              <a:tr h="314753">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D</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86</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77</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28</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73</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500" dirty="0">
                          <a:latin typeface="UD デジタル 教科書体 NP-R" panose="02020400000000000000" pitchFamily="18" charset="-128"/>
                          <a:ea typeface="UD デジタル 教科書体 NP-R" panose="02020400000000000000" pitchFamily="18" charset="-128"/>
                        </a:rPr>
                        <a:t>65</a:t>
                      </a:r>
                      <a:endParaRPr kumimoji="1" lang="ja-JP" altLang="en-US" sz="1500" dirty="0">
                        <a:latin typeface="UD デジタル 教科書体 NP-R" panose="02020400000000000000" pitchFamily="18" charset="-128"/>
                        <a:ea typeface="UD デジタル 教科書体 NP-R" panose="02020400000000000000" pitchFamily="18" charset="-128"/>
                      </a:endParaRPr>
                    </a:p>
                  </a:txBody>
                  <a:tcPr marL="78688" marR="78688" marT="39344" marB="393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954847"/>
                  </a:ext>
                </a:extLst>
              </a:tr>
            </a:tbl>
          </a:graphicData>
        </a:graphic>
      </p:graphicFrame>
      <p:cxnSp>
        <p:nvCxnSpPr>
          <p:cNvPr id="6" name="直線コネクタ 5">
            <a:extLst>
              <a:ext uri="{FF2B5EF4-FFF2-40B4-BE49-F238E27FC236}">
                <a16:creationId xmlns:a16="http://schemas.microsoft.com/office/drawing/2014/main" id="{57CCBED7-486F-CCE7-BA51-A1E82B2AA362}"/>
              </a:ext>
            </a:extLst>
          </p:cNvPr>
          <p:cNvCxnSpPr>
            <a:cxnSpLocks/>
          </p:cNvCxnSpPr>
          <p:nvPr/>
        </p:nvCxnSpPr>
        <p:spPr>
          <a:xfrm>
            <a:off x="6067425" y="1510445"/>
            <a:ext cx="4962525" cy="0"/>
          </a:xfrm>
          <a:prstGeom prst="line">
            <a:avLst/>
          </a:prstGeom>
          <a:ln w="76200">
            <a:prstDash val="sysDash"/>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F66FC612-A42C-0868-1BB7-E19BC41AD8F8}"/>
              </a:ext>
            </a:extLst>
          </p:cNvPr>
          <p:cNvSpPr txBox="1"/>
          <p:nvPr/>
        </p:nvSpPr>
        <p:spPr>
          <a:xfrm>
            <a:off x="11149454" y="1191545"/>
            <a:ext cx="808741" cy="830997"/>
          </a:xfrm>
          <a:prstGeom prst="rect">
            <a:avLst/>
          </a:prstGeom>
          <a:noFill/>
        </p:spPr>
        <p:txBody>
          <a:bodyPr wrap="square" rtlCol="0">
            <a:spAutoFit/>
          </a:bodyPr>
          <a:lstStyle/>
          <a:p>
            <a:pPr algn="ctr"/>
            <a:r>
              <a:rPr kumimoji="1" lang="ja-JP" altLang="en-US" sz="24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水平</a:t>
            </a:r>
            <a:endParaRPr kumimoji="1" lang="en-US" altLang="ja-JP" sz="24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4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分割</a:t>
            </a:r>
          </a:p>
        </p:txBody>
      </p:sp>
      <p:pic>
        <p:nvPicPr>
          <p:cNvPr id="11" name="グラフィックス 10">
            <a:extLst>
              <a:ext uri="{FF2B5EF4-FFF2-40B4-BE49-F238E27FC236}">
                <a16:creationId xmlns:a16="http://schemas.microsoft.com/office/drawing/2014/main" id="{279A2AC8-2326-3759-696F-1DF9870A6F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67399" y="2872729"/>
            <a:ext cx="6096000" cy="3475120"/>
          </a:xfrm>
          <a:prstGeom prst="rect">
            <a:avLst/>
          </a:prstGeom>
        </p:spPr>
      </p:pic>
    </p:spTree>
    <p:extLst>
      <p:ext uri="{BB962C8B-B14F-4D97-AF65-F5344CB8AC3E}">
        <p14:creationId xmlns:p14="http://schemas.microsoft.com/office/powerpoint/2010/main" val="2998242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四角形: 角を丸くする 39">
            <a:extLst>
              <a:ext uri="{FF2B5EF4-FFF2-40B4-BE49-F238E27FC236}">
                <a16:creationId xmlns:a16="http://schemas.microsoft.com/office/drawing/2014/main" id="{686ABD8F-F354-B02A-CF8F-8DCBBB3AC15A}"/>
              </a:ext>
            </a:extLst>
          </p:cNvPr>
          <p:cNvSpPr/>
          <p:nvPr/>
        </p:nvSpPr>
        <p:spPr>
          <a:xfrm>
            <a:off x="9597656" y="3495559"/>
            <a:ext cx="2391867" cy="2076566"/>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四角形: 角を丸くする 36">
            <a:extLst>
              <a:ext uri="{FF2B5EF4-FFF2-40B4-BE49-F238E27FC236}">
                <a16:creationId xmlns:a16="http://schemas.microsoft.com/office/drawing/2014/main" id="{9B3787EE-3F1D-3196-7000-6A64D7CB44E5}"/>
              </a:ext>
            </a:extLst>
          </p:cNvPr>
          <p:cNvSpPr/>
          <p:nvPr/>
        </p:nvSpPr>
        <p:spPr>
          <a:xfrm>
            <a:off x="6991350" y="3495559"/>
            <a:ext cx="2391867" cy="2076566"/>
          </a:xfrm>
          <a:prstGeom prst="roundRect">
            <a:avLst/>
          </a:prstGeom>
          <a:solidFill>
            <a:srgbClr val="D5EED0"/>
          </a:solidFill>
          <a:ln>
            <a:solidFill>
              <a:srgbClr val="D5EE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1">
            <a:extLst>
              <a:ext uri="{FF2B5EF4-FFF2-40B4-BE49-F238E27FC236}">
                <a16:creationId xmlns:a16="http://schemas.microsoft.com/office/drawing/2014/main" id="{60C6D1B7-54FA-1006-4781-B6A0DFE38BA5}"/>
              </a:ext>
            </a:extLst>
          </p:cNvPr>
          <p:cNvSpPr>
            <a:spLocks noGrp="1"/>
          </p:cNvSpPr>
          <p:nvPr>
            <p:ph idx="1"/>
          </p:nvPr>
        </p:nvSpPr>
        <p:spPr>
          <a:xfrm>
            <a:off x="609600" y="1481333"/>
            <a:ext cx="6591300" cy="4525963"/>
          </a:xfrm>
        </p:spPr>
        <p:txBody>
          <a:bodyPr/>
          <a:lstStyle/>
          <a:p>
            <a:r>
              <a:rPr kumimoji="1" lang="ja-JP" altLang="en-US" dirty="0"/>
              <a:t>医療現場での応用</a:t>
            </a:r>
            <a:endParaRPr kumimoji="1" lang="en-US" altLang="ja-JP" dirty="0"/>
          </a:p>
          <a:p>
            <a:pPr lvl="1"/>
            <a:r>
              <a:rPr lang="en-US" altLang="ja-JP" dirty="0"/>
              <a:t>A</a:t>
            </a:r>
            <a:r>
              <a:rPr lang="ja-JP" altLang="en-US" dirty="0"/>
              <a:t>病院（都市部）と</a:t>
            </a:r>
            <a:r>
              <a:rPr lang="en-US" altLang="ja-JP" dirty="0"/>
              <a:t>B</a:t>
            </a:r>
            <a:r>
              <a:rPr lang="ja-JP" altLang="en-US" dirty="0"/>
              <a:t>病院（地方）で協力して</a:t>
            </a:r>
            <a:r>
              <a:rPr lang="ja-JP" altLang="en-US" dirty="0">
                <a:solidFill>
                  <a:srgbClr val="FF0000"/>
                </a:solidFill>
              </a:rPr>
              <a:t>画像診断モデル開発</a:t>
            </a:r>
            <a:endParaRPr lang="en-US" altLang="ja-JP" dirty="0">
              <a:solidFill>
                <a:srgbClr val="FF0000"/>
              </a:solidFill>
            </a:endParaRPr>
          </a:p>
          <a:p>
            <a:pPr lvl="1"/>
            <a:r>
              <a:rPr kumimoji="1" lang="ja-JP" altLang="en-US" dirty="0"/>
              <a:t>各病院では患者の医療画像（</a:t>
            </a:r>
            <a:r>
              <a:rPr kumimoji="1" lang="en-US" altLang="ja-JP" dirty="0"/>
              <a:t>X</a:t>
            </a:r>
            <a:r>
              <a:rPr lang="ja-JP" altLang="en-US" dirty="0"/>
              <a:t>線、</a:t>
            </a:r>
            <a:r>
              <a:rPr lang="en-US" altLang="ja-JP" dirty="0"/>
              <a:t>MRI</a:t>
            </a:r>
            <a:r>
              <a:rPr kumimoji="1" lang="ja-JP" altLang="en-US" dirty="0"/>
              <a:t>）で学習後、</a:t>
            </a:r>
            <a:r>
              <a:rPr lang="ja-JP" altLang="en-US" dirty="0">
                <a:solidFill>
                  <a:srgbClr val="FF0000"/>
                </a:solidFill>
              </a:rPr>
              <a:t>協力</a:t>
            </a:r>
            <a:r>
              <a:rPr kumimoji="1" lang="ja-JP" altLang="en-US" dirty="0">
                <a:solidFill>
                  <a:srgbClr val="FF0000"/>
                </a:solidFill>
              </a:rPr>
              <a:t>して連合学習</a:t>
            </a:r>
            <a:endParaRPr kumimoji="1" lang="en-US" altLang="ja-JP" dirty="0">
              <a:solidFill>
                <a:srgbClr val="FF0000"/>
              </a:solidFill>
            </a:endParaRPr>
          </a:p>
          <a:p>
            <a:pPr lvl="1"/>
            <a:endParaRPr kumimoji="1" lang="en-US" altLang="ja-JP" dirty="0"/>
          </a:p>
          <a:p>
            <a:r>
              <a:rPr lang="ja-JP" altLang="en-US" dirty="0"/>
              <a:t>メリット</a:t>
            </a:r>
            <a:endParaRPr lang="en-US" altLang="ja-JP" dirty="0"/>
          </a:p>
          <a:p>
            <a:pPr lvl="1"/>
            <a:r>
              <a:rPr lang="ja-JP" altLang="en-US" dirty="0"/>
              <a:t>データ数増加による</a:t>
            </a:r>
            <a:r>
              <a:rPr lang="ja-JP" altLang="en-US" dirty="0">
                <a:solidFill>
                  <a:srgbClr val="FF0000"/>
                </a:solidFill>
              </a:rPr>
              <a:t>希少症例の発見</a:t>
            </a:r>
            <a:endParaRPr lang="en-US" altLang="ja-JP" dirty="0">
              <a:solidFill>
                <a:srgbClr val="FF0000"/>
              </a:solidFill>
            </a:endParaRPr>
          </a:p>
          <a:p>
            <a:pPr lvl="1"/>
            <a:r>
              <a:rPr lang="ja-JP" altLang="en-US" dirty="0"/>
              <a:t>カルテ内の</a:t>
            </a:r>
            <a:r>
              <a:rPr lang="ja-JP" altLang="en-US" dirty="0">
                <a:solidFill>
                  <a:srgbClr val="FF0000"/>
                </a:solidFill>
              </a:rPr>
              <a:t>個人情報の保護</a:t>
            </a:r>
            <a:endParaRPr lang="en-US" altLang="ja-JP" dirty="0">
              <a:solidFill>
                <a:srgbClr val="FF0000"/>
              </a:solidFill>
            </a:endParaRPr>
          </a:p>
          <a:p>
            <a:endParaRPr kumimoji="1" lang="ja-JP" altLang="en-US" dirty="0"/>
          </a:p>
        </p:txBody>
      </p:sp>
      <p:sp>
        <p:nvSpPr>
          <p:cNvPr id="3" name="タイトル 2">
            <a:extLst>
              <a:ext uri="{FF2B5EF4-FFF2-40B4-BE49-F238E27FC236}">
                <a16:creationId xmlns:a16="http://schemas.microsoft.com/office/drawing/2014/main" id="{582939C6-62C6-C198-D8C0-1530D4BF72C1}"/>
              </a:ext>
            </a:extLst>
          </p:cNvPr>
          <p:cNvSpPr>
            <a:spLocks noGrp="1"/>
          </p:cNvSpPr>
          <p:nvPr>
            <p:ph type="title"/>
          </p:nvPr>
        </p:nvSpPr>
        <p:spPr/>
        <p:txBody>
          <a:bodyPr/>
          <a:lstStyle/>
          <a:p>
            <a:r>
              <a:rPr kumimoji="1" lang="ja-JP" altLang="en-US" dirty="0"/>
              <a:t>水平連合学習の応用例</a:t>
            </a:r>
          </a:p>
        </p:txBody>
      </p:sp>
      <p:pic>
        <p:nvPicPr>
          <p:cNvPr id="4" name="グラフィックス 3">
            <a:extLst>
              <a:ext uri="{FF2B5EF4-FFF2-40B4-BE49-F238E27FC236}">
                <a16:creationId xmlns:a16="http://schemas.microsoft.com/office/drawing/2014/main" id="{D40AA397-C907-F558-2B6D-D0EA404E18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55665" y="568924"/>
            <a:ext cx="1413955" cy="1413955"/>
          </a:xfrm>
          <a:prstGeom prst="rect">
            <a:avLst/>
          </a:prstGeom>
        </p:spPr>
      </p:pic>
      <p:sp>
        <p:nvSpPr>
          <p:cNvPr id="5" name="テキスト ボックス 4">
            <a:extLst>
              <a:ext uri="{FF2B5EF4-FFF2-40B4-BE49-F238E27FC236}">
                <a16:creationId xmlns:a16="http://schemas.microsoft.com/office/drawing/2014/main" id="{BA1BEAA7-7221-4E6A-7D20-568EDB94379B}"/>
              </a:ext>
            </a:extLst>
          </p:cNvPr>
          <p:cNvSpPr txBox="1"/>
          <p:nvPr/>
        </p:nvSpPr>
        <p:spPr>
          <a:xfrm>
            <a:off x="10169620" y="1075846"/>
            <a:ext cx="1668084" cy="400110"/>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中央サーバ</a:t>
            </a:r>
          </a:p>
        </p:txBody>
      </p:sp>
      <p:cxnSp>
        <p:nvCxnSpPr>
          <p:cNvPr id="7" name="直線矢印コネクタ 6">
            <a:extLst>
              <a:ext uri="{FF2B5EF4-FFF2-40B4-BE49-F238E27FC236}">
                <a16:creationId xmlns:a16="http://schemas.microsoft.com/office/drawing/2014/main" id="{DFD52549-898D-224B-E61A-D18B93031102}"/>
              </a:ext>
            </a:extLst>
          </p:cNvPr>
          <p:cNvCxnSpPr>
            <a:cxnSpLocks/>
          </p:cNvCxnSpPr>
          <p:nvPr/>
        </p:nvCxnSpPr>
        <p:spPr>
          <a:xfrm flipV="1">
            <a:off x="7790287" y="1982879"/>
            <a:ext cx="1296563" cy="14868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E8767871-DC59-F70C-72F8-1C3B33FFC937}"/>
              </a:ext>
            </a:extLst>
          </p:cNvPr>
          <p:cNvCxnSpPr>
            <a:cxnSpLocks/>
          </p:cNvCxnSpPr>
          <p:nvPr/>
        </p:nvCxnSpPr>
        <p:spPr>
          <a:xfrm flipH="1" flipV="1">
            <a:off x="9951199" y="2017839"/>
            <a:ext cx="1276598" cy="154244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3" name="グラフィックス 12">
            <a:extLst>
              <a:ext uri="{FF2B5EF4-FFF2-40B4-BE49-F238E27FC236}">
                <a16:creationId xmlns:a16="http://schemas.microsoft.com/office/drawing/2014/main" id="{CEA03C68-478E-2452-05F5-D393A94BBD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98465" y="4562669"/>
            <a:ext cx="914400" cy="914400"/>
          </a:xfrm>
          <a:prstGeom prst="rect">
            <a:avLst/>
          </a:prstGeom>
        </p:spPr>
      </p:pic>
      <p:pic>
        <p:nvPicPr>
          <p:cNvPr id="9" name="グラフィックス 8">
            <a:extLst>
              <a:ext uri="{FF2B5EF4-FFF2-40B4-BE49-F238E27FC236}">
                <a16:creationId xmlns:a16="http://schemas.microsoft.com/office/drawing/2014/main" id="{DDABE1CE-9FFF-13BC-2445-0FCCC848C7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17387" y="3562447"/>
            <a:ext cx="825500" cy="825500"/>
          </a:xfrm>
          <a:prstGeom prst="rect">
            <a:avLst/>
          </a:prstGeom>
        </p:spPr>
      </p:pic>
      <p:pic>
        <p:nvPicPr>
          <p:cNvPr id="10" name="グラフィックス 9">
            <a:extLst>
              <a:ext uri="{FF2B5EF4-FFF2-40B4-BE49-F238E27FC236}">
                <a16:creationId xmlns:a16="http://schemas.microsoft.com/office/drawing/2014/main" id="{0AF5769F-3671-F5B8-6A4D-DA3FB6A1F7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64503" y="3644447"/>
            <a:ext cx="764690" cy="764690"/>
          </a:xfrm>
          <a:prstGeom prst="rect">
            <a:avLst/>
          </a:prstGeom>
        </p:spPr>
      </p:pic>
      <p:pic>
        <p:nvPicPr>
          <p:cNvPr id="15" name="グラフィックス 14">
            <a:extLst>
              <a:ext uri="{FF2B5EF4-FFF2-40B4-BE49-F238E27FC236}">
                <a16:creationId xmlns:a16="http://schemas.microsoft.com/office/drawing/2014/main" id="{6CE38B88-8C0C-A6B7-4030-1343AD68545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81946" y="3858614"/>
            <a:ext cx="643633" cy="643633"/>
          </a:xfrm>
          <a:prstGeom prst="rect">
            <a:avLst/>
          </a:prstGeom>
        </p:spPr>
      </p:pic>
      <p:sp>
        <p:nvSpPr>
          <p:cNvPr id="17" name="テキスト ボックス 16">
            <a:extLst>
              <a:ext uri="{FF2B5EF4-FFF2-40B4-BE49-F238E27FC236}">
                <a16:creationId xmlns:a16="http://schemas.microsoft.com/office/drawing/2014/main" id="{597756FA-0749-0C69-170C-C2047182FB2B}"/>
              </a:ext>
            </a:extLst>
          </p:cNvPr>
          <p:cNvSpPr txBox="1"/>
          <p:nvPr/>
        </p:nvSpPr>
        <p:spPr>
          <a:xfrm>
            <a:off x="7689905" y="3520519"/>
            <a:ext cx="1019523" cy="400110"/>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学習</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
        <p:nvSpPr>
          <p:cNvPr id="18" name="テキスト ボックス 17">
            <a:extLst>
              <a:ext uri="{FF2B5EF4-FFF2-40B4-BE49-F238E27FC236}">
                <a16:creationId xmlns:a16="http://schemas.microsoft.com/office/drawing/2014/main" id="{743AAEB8-4805-0BFC-07DF-D5E9C8CF4EE5}"/>
              </a:ext>
            </a:extLst>
          </p:cNvPr>
          <p:cNvSpPr txBox="1"/>
          <p:nvPr/>
        </p:nvSpPr>
        <p:spPr>
          <a:xfrm>
            <a:off x="7064503" y="4819814"/>
            <a:ext cx="1019523" cy="400110"/>
          </a:xfrm>
          <a:prstGeom prst="rect">
            <a:avLst/>
          </a:prstGeom>
          <a:noFill/>
        </p:spPr>
        <p:txBody>
          <a:bodyPr wrap="square" rtlCol="0">
            <a:spAutoFit/>
          </a:bodyPr>
          <a:lstStyle/>
          <a:p>
            <a:pPr algn="ctr"/>
            <a:r>
              <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A</a:t>
            </a: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病院</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pic>
        <p:nvPicPr>
          <p:cNvPr id="20" name="グラフィックス 19">
            <a:extLst>
              <a:ext uri="{FF2B5EF4-FFF2-40B4-BE49-F238E27FC236}">
                <a16:creationId xmlns:a16="http://schemas.microsoft.com/office/drawing/2014/main" id="{A4A2BB11-4E80-9A18-9E04-CBC690993B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63570" y="3583637"/>
            <a:ext cx="825500" cy="825500"/>
          </a:xfrm>
          <a:prstGeom prst="rect">
            <a:avLst/>
          </a:prstGeom>
        </p:spPr>
      </p:pic>
      <p:pic>
        <p:nvPicPr>
          <p:cNvPr id="21" name="グラフィックス 20">
            <a:extLst>
              <a:ext uri="{FF2B5EF4-FFF2-40B4-BE49-F238E27FC236}">
                <a16:creationId xmlns:a16="http://schemas.microsoft.com/office/drawing/2014/main" id="{99E34C33-D5E3-07AA-927C-9866DFCF0D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017" y="3687930"/>
            <a:ext cx="764690" cy="764690"/>
          </a:xfrm>
          <a:prstGeom prst="rect">
            <a:avLst/>
          </a:prstGeom>
        </p:spPr>
      </p:pic>
      <p:pic>
        <p:nvPicPr>
          <p:cNvPr id="22" name="グラフィックス 21">
            <a:extLst>
              <a:ext uri="{FF2B5EF4-FFF2-40B4-BE49-F238E27FC236}">
                <a16:creationId xmlns:a16="http://schemas.microsoft.com/office/drawing/2014/main" id="{4DE89BD2-ADFE-1EBA-1D4F-B56233B8E68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02005" y="3808987"/>
            <a:ext cx="643633" cy="643633"/>
          </a:xfrm>
          <a:prstGeom prst="rect">
            <a:avLst/>
          </a:prstGeom>
        </p:spPr>
      </p:pic>
      <p:sp>
        <p:nvSpPr>
          <p:cNvPr id="23" name="テキスト ボックス 22">
            <a:extLst>
              <a:ext uri="{FF2B5EF4-FFF2-40B4-BE49-F238E27FC236}">
                <a16:creationId xmlns:a16="http://schemas.microsoft.com/office/drawing/2014/main" id="{4EFA0ACA-9F84-0FC7-500F-2DDA0DB8095D}"/>
              </a:ext>
            </a:extLst>
          </p:cNvPr>
          <p:cNvSpPr txBox="1"/>
          <p:nvPr/>
        </p:nvSpPr>
        <p:spPr>
          <a:xfrm>
            <a:off x="10207236" y="3474120"/>
            <a:ext cx="1019523" cy="400110"/>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学習</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
        <p:nvSpPr>
          <p:cNvPr id="24" name="テキスト ボックス 23">
            <a:extLst>
              <a:ext uri="{FF2B5EF4-FFF2-40B4-BE49-F238E27FC236}">
                <a16:creationId xmlns:a16="http://schemas.microsoft.com/office/drawing/2014/main" id="{CD853626-7AD6-E73F-DBA7-3D37D51A95C7}"/>
              </a:ext>
            </a:extLst>
          </p:cNvPr>
          <p:cNvSpPr txBox="1"/>
          <p:nvPr/>
        </p:nvSpPr>
        <p:spPr>
          <a:xfrm>
            <a:off x="10701412" y="4817290"/>
            <a:ext cx="1019523" cy="400110"/>
          </a:xfrm>
          <a:prstGeom prst="rect">
            <a:avLst/>
          </a:prstGeom>
          <a:noFill/>
        </p:spPr>
        <p:txBody>
          <a:bodyPr wrap="square" rtlCol="0">
            <a:spAutoFit/>
          </a:bodyPr>
          <a:lstStyle/>
          <a:p>
            <a:pPr algn="ctr"/>
            <a:r>
              <a:rPr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B</a:t>
            </a: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病院</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pic>
        <p:nvPicPr>
          <p:cNvPr id="27" name="グラフィックス 26">
            <a:extLst>
              <a:ext uri="{FF2B5EF4-FFF2-40B4-BE49-F238E27FC236}">
                <a16:creationId xmlns:a16="http://schemas.microsoft.com/office/drawing/2014/main" id="{932B60D0-5E12-28FA-1280-1E9BDE47AC5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63570" y="4604595"/>
            <a:ext cx="825500" cy="825500"/>
          </a:xfrm>
          <a:prstGeom prst="rect">
            <a:avLst/>
          </a:prstGeom>
        </p:spPr>
      </p:pic>
      <p:cxnSp>
        <p:nvCxnSpPr>
          <p:cNvPr id="28" name="直線矢印コネクタ 27">
            <a:extLst>
              <a:ext uri="{FF2B5EF4-FFF2-40B4-BE49-F238E27FC236}">
                <a16:creationId xmlns:a16="http://schemas.microsoft.com/office/drawing/2014/main" id="{59E0FFEB-202E-8C2F-0D25-A74AD689A627}"/>
              </a:ext>
            </a:extLst>
          </p:cNvPr>
          <p:cNvCxnSpPr>
            <a:cxnSpLocks/>
          </p:cNvCxnSpPr>
          <p:nvPr/>
        </p:nvCxnSpPr>
        <p:spPr>
          <a:xfrm flipH="1">
            <a:off x="7557061" y="1870852"/>
            <a:ext cx="1324181" cy="1528233"/>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D4DE572F-0677-FCE9-942B-B579CB3E7B64}"/>
              </a:ext>
            </a:extLst>
          </p:cNvPr>
          <p:cNvCxnSpPr>
            <a:cxnSpLocks/>
          </p:cNvCxnSpPr>
          <p:nvPr/>
        </p:nvCxnSpPr>
        <p:spPr>
          <a:xfrm>
            <a:off x="10076320" y="1935574"/>
            <a:ext cx="1431830" cy="1624706"/>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6F2BA423-8970-5416-D049-6C67702355A2}"/>
              </a:ext>
            </a:extLst>
          </p:cNvPr>
          <p:cNvSpPr txBox="1"/>
          <p:nvPr/>
        </p:nvSpPr>
        <p:spPr>
          <a:xfrm>
            <a:off x="8025750" y="5712243"/>
            <a:ext cx="2766485" cy="707886"/>
          </a:xfrm>
          <a:prstGeom prst="rect">
            <a:avLst/>
          </a:prstGeom>
          <a:noFill/>
        </p:spPr>
        <p:txBody>
          <a:bodyPr wrap="square" rtlCol="0">
            <a:spAutoFit/>
          </a:bodyPr>
          <a:lstStyle/>
          <a:p>
            <a:pPr algn="ctr"/>
            <a:r>
              <a:rPr lang="ja-JP" altLang="en-US" sz="2000" b="1" dirty="0">
                <a:solidFill>
                  <a:srgbClr val="FF000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カルテの共有なく</a:t>
            </a:r>
            <a:br>
              <a:rPr lang="en-US" altLang="ja-JP" sz="2000" b="1" dirty="0">
                <a:solidFill>
                  <a:srgbClr val="FF000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b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協力してモデルを開発</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2837738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四角形: 角を丸くする 143">
            <a:extLst>
              <a:ext uri="{FF2B5EF4-FFF2-40B4-BE49-F238E27FC236}">
                <a16:creationId xmlns:a16="http://schemas.microsoft.com/office/drawing/2014/main" id="{EE853C89-25AF-77EA-47D3-AF2574B4BD6F}"/>
              </a:ext>
            </a:extLst>
          </p:cNvPr>
          <p:cNvSpPr/>
          <p:nvPr/>
        </p:nvSpPr>
        <p:spPr>
          <a:xfrm>
            <a:off x="9166284" y="3266977"/>
            <a:ext cx="2445775" cy="329612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四角形: 角を丸くする 136">
            <a:extLst>
              <a:ext uri="{FF2B5EF4-FFF2-40B4-BE49-F238E27FC236}">
                <a16:creationId xmlns:a16="http://schemas.microsoft.com/office/drawing/2014/main" id="{35092413-8F0A-2AE2-7ABF-D408056F490D}"/>
              </a:ext>
            </a:extLst>
          </p:cNvPr>
          <p:cNvSpPr/>
          <p:nvPr/>
        </p:nvSpPr>
        <p:spPr>
          <a:xfrm>
            <a:off x="617140" y="4680020"/>
            <a:ext cx="6318250" cy="1202971"/>
          </a:xfrm>
          <a:prstGeom prst="roundRect">
            <a:avLst/>
          </a:prstGeom>
          <a:solidFill>
            <a:srgbClr val="D5EE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四角形: 角を丸くする 133">
            <a:extLst>
              <a:ext uri="{FF2B5EF4-FFF2-40B4-BE49-F238E27FC236}">
                <a16:creationId xmlns:a16="http://schemas.microsoft.com/office/drawing/2014/main" id="{5FED09FB-D417-9AAE-1A71-C18FC5586DDA}"/>
              </a:ext>
            </a:extLst>
          </p:cNvPr>
          <p:cNvSpPr/>
          <p:nvPr/>
        </p:nvSpPr>
        <p:spPr>
          <a:xfrm>
            <a:off x="609600" y="3377682"/>
            <a:ext cx="6318250" cy="1276598"/>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1">
            <a:extLst>
              <a:ext uri="{FF2B5EF4-FFF2-40B4-BE49-F238E27FC236}">
                <a16:creationId xmlns:a16="http://schemas.microsoft.com/office/drawing/2014/main" id="{F11AD9F0-FB38-6D7F-A401-06073DC823D2}"/>
              </a:ext>
            </a:extLst>
          </p:cNvPr>
          <p:cNvSpPr>
            <a:spLocks noGrp="1"/>
          </p:cNvSpPr>
          <p:nvPr>
            <p:ph idx="1"/>
          </p:nvPr>
        </p:nvSpPr>
        <p:spPr>
          <a:xfrm>
            <a:off x="609600" y="1481332"/>
            <a:ext cx="10972800" cy="1742209"/>
          </a:xfrm>
        </p:spPr>
        <p:txBody>
          <a:bodyPr>
            <a:normAutofit/>
          </a:bodyPr>
          <a:lstStyle/>
          <a:p>
            <a:r>
              <a:rPr lang="ja-JP" altLang="en-US" dirty="0"/>
              <a:t>垂直連合学習</a:t>
            </a:r>
            <a:endParaRPr lang="en-US" altLang="ja-JP" dirty="0"/>
          </a:p>
          <a:p>
            <a:pPr lvl="1"/>
            <a:r>
              <a:rPr lang="ja-JP" altLang="en-US" dirty="0"/>
              <a:t>データの項目：異なる　</a:t>
            </a:r>
            <a:br>
              <a:rPr lang="en-US" altLang="ja-JP" dirty="0"/>
            </a:br>
            <a:r>
              <a:rPr lang="ja-JP" altLang="en-US" dirty="0"/>
              <a:t>対象サンプル：同一</a:t>
            </a:r>
            <a:endParaRPr lang="en-US" altLang="ja-JP" dirty="0"/>
          </a:p>
        </p:txBody>
      </p:sp>
      <p:sp>
        <p:nvSpPr>
          <p:cNvPr id="3" name="タイトル 2">
            <a:extLst>
              <a:ext uri="{FF2B5EF4-FFF2-40B4-BE49-F238E27FC236}">
                <a16:creationId xmlns:a16="http://schemas.microsoft.com/office/drawing/2014/main" id="{733956E4-FAA0-0EE1-5E76-D2E3E10B2902}"/>
              </a:ext>
            </a:extLst>
          </p:cNvPr>
          <p:cNvSpPr>
            <a:spLocks noGrp="1"/>
          </p:cNvSpPr>
          <p:nvPr>
            <p:ph type="title"/>
          </p:nvPr>
        </p:nvSpPr>
        <p:spPr/>
        <p:txBody>
          <a:bodyPr/>
          <a:lstStyle/>
          <a:p>
            <a:r>
              <a:rPr kumimoji="1" lang="ja-JP" altLang="en-US" dirty="0"/>
              <a:t>垂直連合学習</a:t>
            </a:r>
          </a:p>
        </p:txBody>
      </p:sp>
      <p:graphicFrame>
        <p:nvGraphicFramePr>
          <p:cNvPr id="4" name="表 3">
            <a:extLst>
              <a:ext uri="{FF2B5EF4-FFF2-40B4-BE49-F238E27FC236}">
                <a16:creationId xmlns:a16="http://schemas.microsoft.com/office/drawing/2014/main" id="{D12D3D87-F7CA-1654-0EF7-674E88BD2608}"/>
              </a:ext>
            </a:extLst>
          </p:cNvPr>
          <p:cNvGraphicFramePr>
            <a:graphicFrameLocks noGrp="1"/>
          </p:cNvGraphicFramePr>
          <p:nvPr>
            <p:extLst>
              <p:ext uri="{D42A27DB-BD31-4B8C-83A1-F6EECF244321}">
                <p14:modId xmlns:p14="http://schemas.microsoft.com/office/powerpoint/2010/main" val="3270555534"/>
              </p:ext>
            </p:extLst>
          </p:nvPr>
        </p:nvGraphicFramePr>
        <p:xfrm>
          <a:off x="5073647" y="1005083"/>
          <a:ext cx="2901952" cy="1854200"/>
        </p:xfrm>
        <a:graphic>
          <a:graphicData uri="http://schemas.openxmlformats.org/drawingml/2006/table">
            <a:tbl>
              <a:tblPr firstRow="1" bandRow="1">
                <a:tableStyleId>{69012ECD-51FC-41F1-AA8D-1B2483CD663E}</a:tableStyleId>
              </a:tblPr>
              <a:tblGrid>
                <a:gridCol w="725488">
                  <a:extLst>
                    <a:ext uri="{9D8B030D-6E8A-4147-A177-3AD203B41FA5}">
                      <a16:colId xmlns:a16="http://schemas.microsoft.com/office/drawing/2014/main" val="1521579722"/>
                    </a:ext>
                  </a:extLst>
                </a:gridCol>
                <a:gridCol w="725488">
                  <a:extLst>
                    <a:ext uri="{9D8B030D-6E8A-4147-A177-3AD203B41FA5}">
                      <a16:colId xmlns:a16="http://schemas.microsoft.com/office/drawing/2014/main" val="1824521717"/>
                    </a:ext>
                  </a:extLst>
                </a:gridCol>
                <a:gridCol w="725488">
                  <a:extLst>
                    <a:ext uri="{9D8B030D-6E8A-4147-A177-3AD203B41FA5}">
                      <a16:colId xmlns:a16="http://schemas.microsoft.com/office/drawing/2014/main" val="1452682018"/>
                    </a:ext>
                  </a:extLst>
                </a:gridCol>
                <a:gridCol w="725488">
                  <a:extLst>
                    <a:ext uri="{9D8B030D-6E8A-4147-A177-3AD203B41FA5}">
                      <a16:colId xmlns:a16="http://schemas.microsoft.com/office/drawing/2014/main" val="1693146351"/>
                    </a:ext>
                  </a:extLst>
                </a:gridCol>
              </a:tblGrid>
              <a:tr h="370840">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氏名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国語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数学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dirty="0">
                          <a:latin typeface="UD デジタル 教科書体 NP-R" panose="02020400000000000000" pitchFamily="18" charset="-128"/>
                          <a:ea typeface="UD デジタル 教科書体 NP-R" panose="02020400000000000000" pitchFamily="18" charset="-128"/>
                        </a:rPr>
                        <a:t>理科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398971"/>
                  </a:ext>
                </a:extLst>
              </a:tr>
              <a:tr h="370840">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45</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62</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82</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8452101"/>
                  </a:ext>
                </a:extLst>
              </a:tr>
              <a:tr h="370840">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B</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52</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93</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893344"/>
                  </a:ext>
                </a:extLst>
              </a:tr>
              <a:tr h="370840">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C</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11</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94</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2591843"/>
                  </a:ext>
                </a:extLst>
              </a:tr>
              <a:tr h="370840">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D</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86</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77</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UD デジタル 教科書体 NP-R" panose="02020400000000000000" pitchFamily="18" charset="-128"/>
                          <a:ea typeface="UD デジタル 教科書体 NP-R" panose="02020400000000000000" pitchFamily="18" charset="-128"/>
                        </a:rPr>
                        <a:t>28</a:t>
                      </a:r>
                      <a:endParaRPr kumimoji="1" lang="ja-JP" altLang="en-US"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954847"/>
                  </a:ext>
                </a:extLst>
              </a:tr>
            </a:tbl>
          </a:graphicData>
        </a:graphic>
      </p:graphicFrame>
      <p:graphicFrame>
        <p:nvGraphicFramePr>
          <p:cNvPr id="5" name="表 4">
            <a:extLst>
              <a:ext uri="{FF2B5EF4-FFF2-40B4-BE49-F238E27FC236}">
                <a16:creationId xmlns:a16="http://schemas.microsoft.com/office/drawing/2014/main" id="{FDD42B62-BD04-A3F3-3F4F-120480ABCA90}"/>
              </a:ext>
            </a:extLst>
          </p:cNvPr>
          <p:cNvGraphicFramePr>
            <a:graphicFrameLocks noGrp="1"/>
          </p:cNvGraphicFramePr>
          <p:nvPr>
            <p:extLst>
              <p:ext uri="{D42A27DB-BD31-4B8C-83A1-F6EECF244321}">
                <p14:modId xmlns:p14="http://schemas.microsoft.com/office/powerpoint/2010/main" val="2754076185"/>
              </p:ext>
            </p:extLst>
          </p:nvPr>
        </p:nvGraphicFramePr>
        <p:xfrm>
          <a:off x="9328151" y="1005422"/>
          <a:ext cx="2565399" cy="1854200"/>
        </p:xfrm>
        <a:graphic>
          <a:graphicData uri="http://schemas.openxmlformats.org/drawingml/2006/table">
            <a:tbl>
              <a:tblPr firstRow="1" bandRow="1"/>
              <a:tblGrid>
                <a:gridCol w="855133">
                  <a:extLst>
                    <a:ext uri="{9D8B030D-6E8A-4147-A177-3AD203B41FA5}">
                      <a16:colId xmlns:a16="http://schemas.microsoft.com/office/drawing/2014/main" val="4147963512"/>
                    </a:ext>
                  </a:extLst>
                </a:gridCol>
                <a:gridCol w="855133">
                  <a:extLst>
                    <a:ext uri="{9D8B030D-6E8A-4147-A177-3AD203B41FA5}">
                      <a16:colId xmlns:a16="http://schemas.microsoft.com/office/drawing/2014/main" val="3534674430"/>
                    </a:ext>
                  </a:extLst>
                </a:gridCol>
                <a:gridCol w="855133">
                  <a:extLst>
                    <a:ext uri="{9D8B030D-6E8A-4147-A177-3AD203B41FA5}">
                      <a16:colId xmlns:a16="http://schemas.microsoft.com/office/drawing/2014/main" val="3142021503"/>
                    </a:ext>
                  </a:extLst>
                </a:gridCol>
              </a:tblGrid>
              <a:tr h="370840">
                <a:tc>
                  <a:txBody>
                    <a:bodyPr/>
                    <a:lstStyle/>
                    <a:p>
                      <a:pPr marL="0" algn="l" rtl="0" eaLnBrk="1" fontAlgn="t" latinLnBrk="0" hangingPunct="1">
                        <a:buNone/>
                      </a:pPr>
                      <a:r>
                        <a:rPr kumimoji="1" lang="ja-JP" altLang="en-US" sz="1800" b="1" i="0" u="none" strike="noStrike" kern="1200">
                          <a:solidFill>
                            <a:srgbClr val="FFFFFF"/>
                          </a:solidFill>
                          <a:effectLst/>
                          <a:latin typeface="UD デジタル 教科書体 NP-R" panose="02020400000000000000" pitchFamily="18" charset="-128"/>
                          <a:ea typeface="UD デジタル 教科書体 NP-R" panose="02020400000000000000" pitchFamily="18" charset="-128"/>
                        </a:rPr>
                        <a:t>氏名</a:t>
                      </a:r>
                      <a:endParaRPr lang="ja-JP" alt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A2BF"/>
                    </a:solidFill>
                  </a:tcPr>
                </a:tc>
                <a:tc>
                  <a:txBody>
                    <a:bodyPr/>
                    <a:lstStyle/>
                    <a:p>
                      <a:pPr marL="0" algn="l" rtl="0" eaLnBrk="1" fontAlgn="t" latinLnBrk="0" hangingPunct="1">
                        <a:buNone/>
                      </a:pPr>
                      <a:r>
                        <a:rPr kumimoji="1" lang="ja-JP" altLang="en-US" sz="1800" b="1" i="0" u="none" strike="noStrike" kern="1200">
                          <a:solidFill>
                            <a:srgbClr val="FFFFFF"/>
                          </a:solidFill>
                          <a:effectLst/>
                          <a:latin typeface="UD デジタル 教科書体 NP-R" panose="02020400000000000000" pitchFamily="18" charset="-128"/>
                          <a:ea typeface="UD デジタル 教科書体 NP-R" panose="02020400000000000000" pitchFamily="18" charset="-128"/>
                        </a:rPr>
                        <a:t>社会</a:t>
                      </a:r>
                      <a:endParaRPr lang="ja-JP" alt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A2BF"/>
                    </a:solidFill>
                  </a:tcPr>
                </a:tc>
                <a:tc>
                  <a:txBody>
                    <a:bodyPr/>
                    <a:lstStyle/>
                    <a:p>
                      <a:pPr marL="0" algn="l" rtl="0" eaLnBrk="1" fontAlgn="t" latinLnBrk="0" hangingPunct="1">
                        <a:buNone/>
                      </a:pPr>
                      <a:r>
                        <a:rPr kumimoji="1" lang="ja-JP" altLang="en-US" sz="1800" b="1" i="0" u="none" strike="noStrike" kern="1200">
                          <a:solidFill>
                            <a:srgbClr val="FFFFFF"/>
                          </a:solidFill>
                          <a:effectLst/>
                          <a:latin typeface="UD デジタル 教科書体 NP-R" panose="02020400000000000000" pitchFamily="18" charset="-128"/>
                          <a:ea typeface="UD デジタル 教科書体 NP-R" panose="02020400000000000000" pitchFamily="18" charset="-128"/>
                        </a:rPr>
                        <a:t>英語</a:t>
                      </a:r>
                      <a:endParaRPr lang="ja-JP" altLang="en-US"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A2BF"/>
                    </a:solidFill>
                  </a:tcPr>
                </a:tc>
                <a:extLst>
                  <a:ext uri="{0D108BD9-81ED-4DB2-BD59-A6C34878D82A}">
                    <a16:rowId xmlns:a16="http://schemas.microsoft.com/office/drawing/2014/main" val="3345482066"/>
                  </a:ext>
                </a:extLst>
              </a:tr>
              <a:tr h="370840">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A</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93</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58</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142343"/>
                  </a:ext>
                </a:extLst>
              </a:tr>
              <a:tr h="370840">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B</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61</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68</a:t>
                      </a:r>
                      <a:endParaRPr lang="en-US" altLang="ja-JP"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9257510"/>
                  </a:ext>
                </a:extLst>
              </a:tr>
              <a:tr h="370840">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C</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25</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34</a:t>
                      </a:r>
                      <a:endParaRPr lang="en-US" altLang="ja-JP"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5937463"/>
                  </a:ext>
                </a:extLst>
              </a:tr>
              <a:tr h="370840">
                <a:tc>
                  <a:txBody>
                    <a:bodyPr/>
                    <a:lstStyle/>
                    <a:p>
                      <a:pPr marL="0" algn="l" rtl="0" eaLnBrk="1" fontAlgn="t" latinLnBrk="0" hangingPunct="1">
                        <a:buNone/>
                      </a:pPr>
                      <a:r>
                        <a:rPr kumimoji="1" lang="en-US" sz="1800" b="0" i="0" u="none" strike="noStrike" kern="1200">
                          <a:solidFill>
                            <a:srgbClr val="000000"/>
                          </a:solidFill>
                          <a:effectLst/>
                          <a:latin typeface="UD デジタル 教科書体 NP-R" panose="02020400000000000000" pitchFamily="18" charset="-128"/>
                          <a:ea typeface="UD デジタル 教科書体 NP-R" panose="02020400000000000000" pitchFamily="18" charset="-128"/>
                        </a:rPr>
                        <a:t>D</a:t>
                      </a:r>
                      <a:endParaRPr lang="en-US" altLang="ja-JP"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73</a:t>
                      </a:r>
                      <a:endParaRPr lang="en-US" altLang="ja-JP"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kumimoji="1" lang="en-US" sz="18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65</a:t>
                      </a:r>
                      <a:endParaRPr lang="en-US" altLang="ja-JP"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0239654"/>
                  </a:ext>
                </a:extLst>
              </a:tr>
            </a:tbl>
          </a:graphicData>
        </a:graphic>
      </p:graphicFrame>
      <p:cxnSp>
        <p:nvCxnSpPr>
          <p:cNvPr id="6" name="直線コネクタ 5">
            <a:extLst>
              <a:ext uri="{FF2B5EF4-FFF2-40B4-BE49-F238E27FC236}">
                <a16:creationId xmlns:a16="http://schemas.microsoft.com/office/drawing/2014/main" id="{121B54F9-7B55-ACA7-BD94-C94CAD8A392C}"/>
              </a:ext>
            </a:extLst>
          </p:cNvPr>
          <p:cNvCxnSpPr>
            <a:cxnSpLocks/>
          </p:cNvCxnSpPr>
          <p:nvPr/>
        </p:nvCxnSpPr>
        <p:spPr>
          <a:xfrm>
            <a:off x="8628336" y="880098"/>
            <a:ext cx="0" cy="2247900"/>
          </a:xfrm>
          <a:prstGeom prst="line">
            <a:avLst/>
          </a:prstGeom>
          <a:ln w="76200">
            <a:prstDash val="sysDash"/>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88A0E554-9E30-9F69-E17A-181FE5A28513}"/>
              </a:ext>
            </a:extLst>
          </p:cNvPr>
          <p:cNvSpPr txBox="1"/>
          <p:nvPr/>
        </p:nvSpPr>
        <p:spPr>
          <a:xfrm>
            <a:off x="7830097" y="1950608"/>
            <a:ext cx="1596478" cy="461665"/>
          </a:xfrm>
          <a:prstGeom prst="rect">
            <a:avLst/>
          </a:prstGeom>
          <a:noFill/>
        </p:spPr>
        <p:txBody>
          <a:bodyPr wrap="square" rtlCol="0">
            <a:spAutoFit/>
          </a:bodyPr>
          <a:lstStyle/>
          <a:p>
            <a:pPr algn="ctr"/>
            <a:r>
              <a:rPr kumimoji="1" lang="ja-JP" altLang="en-US" sz="24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垂直 分割</a:t>
            </a:r>
          </a:p>
        </p:txBody>
      </p:sp>
      <p:cxnSp>
        <p:nvCxnSpPr>
          <p:cNvPr id="22" name="直線コネクタ 21">
            <a:extLst>
              <a:ext uri="{FF2B5EF4-FFF2-40B4-BE49-F238E27FC236}">
                <a16:creationId xmlns:a16="http://schemas.microsoft.com/office/drawing/2014/main" id="{EEAADCD4-AD08-08DD-F697-7C6C1CF97C6A}"/>
              </a:ext>
            </a:extLst>
          </p:cNvPr>
          <p:cNvCxnSpPr>
            <a:cxnSpLocks/>
          </p:cNvCxnSpPr>
          <p:nvPr/>
        </p:nvCxnSpPr>
        <p:spPr>
          <a:xfrm>
            <a:off x="5427900" y="677829"/>
            <a:ext cx="0" cy="32725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C538B223-F96C-32EA-CE35-AAAE8D74CE13}"/>
              </a:ext>
            </a:extLst>
          </p:cNvPr>
          <p:cNvCxnSpPr>
            <a:cxnSpLocks/>
          </p:cNvCxnSpPr>
          <p:nvPr/>
        </p:nvCxnSpPr>
        <p:spPr>
          <a:xfrm>
            <a:off x="9713694" y="669332"/>
            <a:ext cx="0" cy="33575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7C3E033-9A96-B4F8-78AA-E25AC6A55224}"/>
              </a:ext>
            </a:extLst>
          </p:cNvPr>
          <p:cNvCxnSpPr>
            <a:cxnSpLocks/>
          </p:cNvCxnSpPr>
          <p:nvPr/>
        </p:nvCxnSpPr>
        <p:spPr>
          <a:xfrm>
            <a:off x="5389466" y="677829"/>
            <a:ext cx="4360959"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5" name="グラフィックス 34">
            <a:extLst>
              <a:ext uri="{FF2B5EF4-FFF2-40B4-BE49-F238E27FC236}">
                <a16:creationId xmlns:a16="http://schemas.microsoft.com/office/drawing/2014/main" id="{4807BA60-0EA3-ACB3-1515-DC9BB47489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45844" y="3315312"/>
            <a:ext cx="838467" cy="838467"/>
          </a:xfrm>
          <a:prstGeom prst="rect">
            <a:avLst/>
          </a:prstGeom>
        </p:spPr>
      </p:pic>
      <p:pic>
        <p:nvPicPr>
          <p:cNvPr id="36" name="グラフィックス 35">
            <a:extLst>
              <a:ext uri="{FF2B5EF4-FFF2-40B4-BE49-F238E27FC236}">
                <a16:creationId xmlns:a16="http://schemas.microsoft.com/office/drawing/2014/main" id="{3A8F06F6-DCAC-AD01-6F59-6FA750521C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24176" y="4163028"/>
            <a:ext cx="764690" cy="764690"/>
          </a:xfrm>
          <a:prstGeom prst="rect">
            <a:avLst/>
          </a:prstGeom>
        </p:spPr>
      </p:pic>
      <p:sp>
        <p:nvSpPr>
          <p:cNvPr id="38" name="テキスト ボックス 37">
            <a:extLst>
              <a:ext uri="{FF2B5EF4-FFF2-40B4-BE49-F238E27FC236}">
                <a16:creationId xmlns:a16="http://schemas.microsoft.com/office/drawing/2014/main" id="{6B7F8DEA-314F-5674-4138-CA4D73F5825A}"/>
              </a:ext>
            </a:extLst>
          </p:cNvPr>
          <p:cNvSpPr txBox="1"/>
          <p:nvPr/>
        </p:nvSpPr>
        <p:spPr>
          <a:xfrm>
            <a:off x="9132557" y="3422362"/>
            <a:ext cx="970246" cy="707886"/>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サーバ</a:t>
            </a:r>
            <a:br>
              <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b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モデル</a:t>
            </a:r>
          </a:p>
        </p:txBody>
      </p:sp>
      <p:cxnSp>
        <p:nvCxnSpPr>
          <p:cNvPr id="39" name="直線矢印コネクタ 38">
            <a:extLst>
              <a:ext uri="{FF2B5EF4-FFF2-40B4-BE49-F238E27FC236}">
                <a16:creationId xmlns:a16="http://schemas.microsoft.com/office/drawing/2014/main" id="{DD7FEECA-B8C5-F3B9-6937-3DE2EF3A8EFD}"/>
              </a:ext>
            </a:extLst>
          </p:cNvPr>
          <p:cNvCxnSpPr>
            <a:cxnSpLocks/>
          </p:cNvCxnSpPr>
          <p:nvPr/>
        </p:nvCxnSpPr>
        <p:spPr>
          <a:xfrm>
            <a:off x="7057427" y="4138283"/>
            <a:ext cx="1979612" cy="11139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0C86A0FD-A2B1-7036-806F-588550C3DEF7}"/>
              </a:ext>
            </a:extLst>
          </p:cNvPr>
          <p:cNvCxnSpPr>
            <a:cxnSpLocks/>
          </p:cNvCxnSpPr>
          <p:nvPr/>
        </p:nvCxnSpPr>
        <p:spPr>
          <a:xfrm flipH="1">
            <a:off x="7005806" y="5153134"/>
            <a:ext cx="1960275" cy="462895"/>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56" name="グラフィックス 55">
            <a:extLst>
              <a:ext uri="{FF2B5EF4-FFF2-40B4-BE49-F238E27FC236}">
                <a16:creationId xmlns:a16="http://schemas.microsoft.com/office/drawing/2014/main" id="{48FD4910-386A-6A84-16EF-64EA50733A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5020" y="3377682"/>
            <a:ext cx="1276598" cy="1276598"/>
          </a:xfrm>
          <a:prstGeom prst="rect">
            <a:avLst/>
          </a:prstGeom>
        </p:spPr>
      </p:pic>
      <p:pic>
        <p:nvPicPr>
          <p:cNvPr id="58" name="グラフィックス 57">
            <a:extLst>
              <a:ext uri="{FF2B5EF4-FFF2-40B4-BE49-F238E27FC236}">
                <a16:creationId xmlns:a16="http://schemas.microsoft.com/office/drawing/2014/main" id="{55674F2A-F389-A879-7A2B-BD1A061AAF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5020" y="4556061"/>
            <a:ext cx="1276598" cy="1276598"/>
          </a:xfrm>
          <a:prstGeom prst="rect">
            <a:avLst/>
          </a:prstGeom>
        </p:spPr>
      </p:pic>
      <p:graphicFrame>
        <p:nvGraphicFramePr>
          <p:cNvPr id="59" name="表 58">
            <a:extLst>
              <a:ext uri="{FF2B5EF4-FFF2-40B4-BE49-F238E27FC236}">
                <a16:creationId xmlns:a16="http://schemas.microsoft.com/office/drawing/2014/main" id="{60D12738-4EE4-18CF-E2E9-6DABBA5ADA9C}"/>
              </a:ext>
            </a:extLst>
          </p:cNvPr>
          <p:cNvGraphicFramePr>
            <a:graphicFrameLocks noGrp="1"/>
          </p:cNvGraphicFramePr>
          <p:nvPr>
            <p:extLst>
              <p:ext uri="{D42A27DB-BD31-4B8C-83A1-F6EECF244321}">
                <p14:modId xmlns:p14="http://schemas.microsoft.com/office/powerpoint/2010/main" val="616487954"/>
              </p:ext>
            </p:extLst>
          </p:nvPr>
        </p:nvGraphicFramePr>
        <p:xfrm>
          <a:off x="2396274" y="3505659"/>
          <a:ext cx="1627368" cy="1062330"/>
        </p:xfrm>
        <a:graphic>
          <a:graphicData uri="http://schemas.openxmlformats.org/drawingml/2006/table">
            <a:tbl>
              <a:tblPr firstRow="1" bandRow="1">
                <a:tableStyleId>{69012ECD-51FC-41F1-AA8D-1B2483CD663E}</a:tableStyleId>
              </a:tblPr>
              <a:tblGrid>
                <a:gridCol w="406842">
                  <a:extLst>
                    <a:ext uri="{9D8B030D-6E8A-4147-A177-3AD203B41FA5}">
                      <a16:colId xmlns:a16="http://schemas.microsoft.com/office/drawing/2014/main" val="1521579722"/>
                    </a:ext>
                  </a:extLst>
                </a:gridCol>
                <a:gridCol w="406842">
                  <a:extLst>
                    <a:ext uri="{9D8B030D-6E8A-4147-A177-3AD203B41FA5}">
                      <a16:colId xmlns:a16="http://schemas.microsoft.com/office/drawing/2014/main" val="1824521717"/>
                    </a:ext>
                  </a:extLst>
                </a:gridCol>
                <a:gridCol w="406842">
                  <a:extLst>
                    <a:ext uri="{9D8B030D-6E8A-4147-A177-3AD203B41FA5}">
                      <a16:colId xmlns:a16="http://schemas.microsoft.com/office/drawing/2014/main" val="1452682018"/>
                    </a:ext>
                  </a:extLst>
                </a:gridCol>
                <a:gridCol w="406842">
                  <a:extLst>
                    <a:ext uri="{9D8B030D-6E8A-4147-A177-3AD203B41FA5}">
                      <a16:colId xmlns:a16="http://schemas.microsoft.com/office/drawing/2014/main" val="1693146351"/>
                    </a:ext>
                  </a:extLst>
                </a:gridCol>
              </a:tblGrid>
              <a:tr h="212466">
                <a:tc>
                  <a:txBody>
                    <a:bodyPr/>
                    <a:lstStyle/>
                    <a:p>
                      <a:r>
                        <a:rPr kumimoji="1" lang="ja-JP" altLang="en-US" sz="1000" dirty="0">
                          <a:latin typeface="UD デジタル 教科書体 NP-R" panose="02020400000000000000" pitchFamily="18" charset="-128"/>
                          <a:ea typeface="UD デジタル 教科書体 NP-R" panose="02020400000000000000" pitchFamily="18" charset="-128"/>
                        </a:rPr>
                        <a:t>氏名</a:t>
                      </a: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398971"/>
                  </a:ext>
                </a:extLst>
              </a:tr>
              <a:tr h="212466">
                <a:tc>
                  <a:txBody>
                    <a:bodyPr/>
                    <a:lstStyle/>
                    <a:p>
                      <a:r>
                        <a:rPr kumimoji="1" lang="en-US" altLang="ja-JP" sz="1000" dirty="0">
                          <a:latin typeface="UD デジタル 教科書体 NP-R" panose="02020400000000000000" pitchFamily="18" charset="-128"/>
                          <a:ea typeface="UD デジタル 教科書体 NP-R" panose="02020400000000000000" pitchFamily="18" charset="-128"/>
                        </a:rPr>
                        <a:t>A</a:t>
                      </a: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8452101"/>
                  </a:ext>
                </a:extLst>
              </a:tr>
              <a:tr h="212466">
                <a:tc>
                  <a:txBody>
                    <a:bodyPr/>
                    <a:lstStyle/>
                    <a:p>
                      <a:r>
                        <a:rPr kumimoji="1" lang="en-US" altLang="ja-JP" sz="1000" dirty="0">
                          <a:latin typeface="UD デジタル 教科書体 NP-R" panose="02020400000000000000" pitchFamily="18" charset="-128"/>
                          <a:ea typeface="UD デジタル 教科書体 NP-R" panose="02020400000000000000" pitchFamily="18" charset="-128"/>
                        </a:rPr>
                        <a:t>B</a:t>
                      </a:r>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7893344"/>
                  </a:ext>
                </a:extLst>
              </a:tr>
              <a:tr h="212466">
                <a:tc>
                  <a:txBody>
                    <a:bodyPr/>
                    <a:lstStyle/>
                    <a:p>
                      <a:r>
                        <a:rPr kumimoji="1" lang="en-US" altLang="ja-JP" sz="1000" dirty="0">
                          <a:latin typeface="UD デジタル 教科書体 NP-R" panose="02020400000000000000" pitchFamily="18" charset="-128"/>
                          <a:ea typeface="UD デジタル 教科書体 NP-R" panose="02020400000000000000" pitchFamily="18" charset="-128"/>
                        </a:rPr>
                        <a:t>C</a:t>
                      </a:r>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2591843"/>
                  </a:ext>
                </a:extLst>
              </a:tr>
              <a:tr h="212466">
                <a:tc>
                  <a:txBody>
                    <a:bodyPr/>
                    <a:lstStyle/>
                    <a:p>
                      <a:r>
                        <a:rPr kumimoji="1" lang="en-US" altLang="ja-JP" sz="1000" dirty="0">
                          <a:latin typeface="UD デジタル 教科書体 NP-R" panose="02020400000000000000" pitchFamily="18" charset="-128"/>
                          <a:ea typeface="UD デジタル 教科書体 NP-R" panose="02020400000000000000" pitchFamily="18" charset="-128"/>
                        </a:rPr>
                        <a:t>D</a:t>
                      </a:r>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000" dirty="0">
                        <a:latin typeface="UD デジタル 教科書体 NP-R" panose="02020400000000000000" pitchFamily="18" charset="-128"/>
                        <a:ea typeface="UD デジタル 教科書体 NP-R" panose="02020400000000000000" pitchFamily="18" charset="-128"/>
                      </a:endParaRPr>
                    </a:p>
                  </a:txBody>
                  <a:tcPr marL="51278" marR="51278" marT="25640" marB="256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5954847"/>
                  </a:ext>
                </a:extLst>
              </a:tr>
            </a:tbl>
          </a:graphicData>
        </a:graphic>
      </p:graphicFrame>
      <p:graphicFrame>
        <p:nvGraphicFramePr>
          <p:cNvPr id="60" name="表 59">
            <a:extLst>
              <a:ext uri="{FF2B5EF4-FFF2-40B4-BE49-F238E27FC236}">
                <a16:creationId xmlns:a16="http://schemas.microsoft.com/office/drawing/2014/main" id="{5A180244-062E-BFFC-BC36-4C12A35A153D}"/>
              </a:ext>
            </a:extLst>
          </p:cNvPr>
          <p:cNvGraphicFramePr>
            <a:graphicFrameLocks noGrp="1"/>
          </p:cNvGraphicFramePr>
          <p:nvPr>
            <p:extLst>
              <p:ext uri="{D42A27DB-BD31-4B8C-83A1-F6EECF244321}">
                <p14:modId xmlns:p14="http://schemas.microsoft.com/office/powerpoint/2010/main" val="361567176"/>
              </p:ext>
            </p:extLst>
          </p:nvPr>
        </p:nvGraphicFramePr>
        <p:xfrm>
          <a:off x="2418385" y="4770329"/>
          <a:ext cx="1234833" cy="1062330"/>
        </p:xfrm>
        <a:graphic>
          <a:graphicData uri="http://schemas.openxmlformats.org/drawingml/2006/table">
            <a:tbl>
              <a:tblPr firstRow="1" bandRow="1"/>
              <a:tblGrid>
                <a:gridCol w="411611">
                  <a:extLst>
                    <a:ext uri="{9D8B030D-6E8A-4147-A177-3AD203B41FA5}">
                      <a16:colId xmlns:a16="http://schemas.microsoft.com/office/drawing/2014/main" val="4147963512"/>
                    </a:ext>
                  </a:extLst>
                </a:gridCol>
                <a:gridCol w="411611">
                  <a:extLst>
                    <a:ext uri="{9D8B030D-6E8A-4147-A177-3AD203B41FA5}">
                      <a16:colId xmlns:a16="http://schemas.microsoft.com/office/drawing/2014/main" val="3534674430"/>
                    </a:ext>
                  </a:extLst>
                </a:gridCol>
                <a:gridCol w="411611">
                  <a:extLst>
                    <a:ext uri="{9D8B030D-6E8A-4147-A177-3AD203B41FA5}">
                      <a16:colId xmlns:a16="http://schemas.microsoft.com/office/drawing/2014/main" val="3142021503"/>
                    </a:ext>
                  </a:extLst>
                </a:gridCol>
              </a:tblGrid>
              <a:tr h="212466">
                <a:tc>
                  <a:txBody>
                    <a:bodyPr/>
                    <a:lstStyle/>
                    <a:p>
                      <a:pPr marL="0" algn="l" rtl="0" eaLnBrk="1" fontAlgn="t" latinLnBrk="0" hangingPunct="1">
                        <a:buNone/>
                      </a:pPr>
                      <a:r>
                        <a:rPr kumimoji="1" lang="ja-JP" altLang="en-US" sz="1000" b="1" i="0" u="none" strike="noStrike" kern="1200">
                          <a:solidFill>
                            <a:srgbClr val="FFFFFF"/>
                          </a:solidFill>
                          <a:effectLst/>
                          <a:latin typeface="UD デジタル 教科書体 NP-R" panose="02020400000000000000" pitchFamily="18" charset="-128"/>
                          <a:ea typeface="UD デジタル 教科書体 NP-R" panose="02020400000000000000" pitchFamily="18" charset="-128"/>
                        </a:rPr>
                        <a:t>氏名</a:t>
                      </a:r>
                      <a:endParaRPr lang="ja-JP" altLang="en-US" sz="1000" b="0" i="0" u="none" strike="noStrike">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A2BF"/>
                    </a:solidFill>
                  </a:tcPr>
                </a:tc>
                <a:tc>
                  <a:txBody>
                    <a:bodyPr/>
                    <a:lstStyle/>
                    <a:p>
                      <a:pPr marL="0" algn="l" rtl="0" eaLnBrk="1" fontAlgn="t" latinLnBrk="0" hangingPunct="1">
                        <a:buNone/>
                      </a:pPr>
                      <a:endParaRPr lang="ja-JP" altLang="en-US"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A2BF"/>
                    </a:solidFill>
                  </a:tcPr>
                </a:tc>
                <a:tc>
                  <a:txBody>
                    <a:bodyPr/>
                    <a:lstStyle/>
                    <a:p>
                      <a:pPr marL="0" algn="l" rtl="0" eaLnBrk="1" fontAlgn="t" latinLnBrk="0" hangingPunct="1">
                        <a:buNone/>
                      </a:pPr>
                      <a:endParaRPr lang="ja-JP" altLang="en-US"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A2BF"/>
                    </a:solidFill>
                  </a:tcPr>
                </a:tc>
                <a:extLst>
                  <a:ext uri="{0D108BD9-81ED-4DB2-BD59-A6C34878D82A}">
                    <a16:rowId xmlns:a16="http://schemas.microsoft.com/office/drawing/2014/main" val="3345482066"/>
                  </a:ext>
                </a:extLst>
              </a:tr>
              <a:tr h="212466">
                <a:tc>
                  <a:txBody>
                    <a:bodyPr/>
                    <a:lstStyle/>
                    <a:p>
                      <a:pPr marL="0" algn="l" rtl="0" eaLnBrk="1" fontAlgn="t" latinLnBrk="0" hangingPunct="1">
                        <a:buNone/>
                      </a:pPr>
                      <a:r>
                        <a:rPr kumimoji="1" lang="en-US" sz="10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A</a:t>
                      </a: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l" rtl="0" eaLnBrk="1" fontAlgn="t" latinLnBrk="0" hangingPunct="1">
                        <a:buNone/>
                      </a:pP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l" rtl="0" eaLnBrk="1" fontAlgn="t" latinLnBrk="0" hangingPunct="1">
                        <a:buNone/>
                      </a:pP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5142343"/>
                  </a:ext>
                </a:extLst>
              </a:tr>
              <a:tr h="212466">
                <a:tc>
                  <a:txBody>
                    <a:bodyPr/>
                    <a:lstStyle/>
                    <a:p>
                      <a:pPr marL="0" algn="l" rtl="0" eaLnBrk="1" fontAlgn="t" latinLnBrk="0" hangingPunct="1">
                        <a:buNone/>
                      </a:pPr>
                      <a:r>
                        <a:rPr kumimoji="1" lang="en-US" sz="10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B</a:t>
                      </a: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l" rtl="0" eaLnBrk="1" fontAlgn="t" latinLnBrk="0" hangingPunct="1">
                        <a:buNone/>
                      </a:pP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l" rtl="0" eaLnBrk="1" fontAlgn="t" latinLnBrk="0" hangingPunct="1">
                        <a:buNone/>
                      </a:pP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9257510"/>
                  </a:ext>
                </a:extLst>
              </a:tr>
              <a:tr h="212466">
                <a:tc>
                  <a:txBody>
                    <a:bodyPr/>
                    <a:lstStyle/>
                    <a:p>
                      <a:pPr marL="0" algn="l" rtl="0" eaLnBrk="1" fontAlgn="t" latinLnBrk="0" hangingPunct="1">
                        <a:buNone/>
                      </a:pPr>
                      <a:r>
                        <a:rPr kumimoji="1" lang="en-US" sz="10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C</a:t>
                      </a: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l" rtl="0" eaLnBrk="1" fontAlgn="t" latinLnBrk="0" hangingPunct="1">
                        <a:buNone/>
                      </a:pP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l" rtl="0" eaLnBrk="1" fontAlgn="t" latinLnBrk="0" hangingPunct="1">
                        <a:buNone/>
                      </a:pP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05937463"/>
                  </a:ext>
                </a:extLst>
              </a:tr>
              <a:tr h="212466">
                <a:tc>
                  <a:txBody>
                    <a:bodyPr/>
                    <a:lstStyle/>
                    <a:p>
                      <a:pPr marL="0" algn="l" rtl="0" eaLnBrk="1" fontAlgn="t" latinLnBrk="0" hangingPunct="1">
                        <a:buNone/>
                      </a:pPr>
                      <a:r>
                        <a:rPr kumimoji="1" lang="en-US" sz="1000" b="0" i="0" u="none" strike="noStrike" kern="1200" dirty="0">
                          <a:solidFill>
                            <a:srgbClr val="000000"/>
                          </a:solidFill>
                          <a:effectLst/>
                          <a:latin typeface="UD デジタル 教科書体 NP-R" panose="02020400000000000000" pitchFamily="18" charset="-128"/>
                          <a:ea typeface="UD デジタル 教科書体 NP-R" panose="02020400000000000000" pitchFamily="18" charset="-128"/>
                        </a:rPr>
                        <a:t>D</a:t>
                      </a: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l" rtl="0" eaLnBrk="1" fontAlgn="t" latinLnBrk="0" hangingPunct="1">
                        <a:buNone/>
                      </a:pP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algn="l" rtl="0" eaLnBrk="1" fontAlgn="t" latinLnBrk="0" hangingPunct="1">
                        <a:buNone/>
                      </a:pPr>
                      <a:endParaRPr lang="en-US" altLang="ja-JP" sz="1000" b="0" i="0" u="none" strike="noStrike" dirty="0">
                        <a:effectLst/>
                        <a:latin typeface="Arial" panose="020B0604020202020204" pitchFamily="34" charset="0"/>
                      </a:endParaRPr>
                    </a:p>
                  </a:txBody>
                  <a:tcPr marL="52389" marR="52389" marT="26195" marB="2619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30239654"/>
                  </a:ext>
                </a:extLst>
              </a:tr>
            </a:tbl>
          </a:graphicData>
        </a:graphic>
      </p:graphicFrame>
      <p:pic>
        <p:nvPicPr>
          <p:cNvPr id="61" name="グラフィックス 60">
            <a:extLst>
              <a:ext uri="{FF2B5EF4-FFF2-40B4-BE49-F238E27FC236}">
                <a16:creationId xmlns:a16="http://schemas.microsoft.com/office/drawing/2014/main" id="{AD1786BB-B83C-C50B-B04F-0FC7AAEE21C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4861" y="4829247"/>
            <a:ext cx="764690" cy="764690"/>
          </a:xfrm>
          <a:prstGeom prst="rect">
            <a:avLst/>
          </a:prstGeom>
        </p:spPr>
      </p:pic>
      <p:pic>
        <p:nvPicPr>
          <p:cNvPr id="63" name="グラフィックス 62">
            <a:extLst>
              <a:ext uri="{FF2B5EF4-FFF2-40B4-BE49-F238E27FC236}">
                <a16:creationId xmlns:a16="http://schemas.microsoft.com/office/drawing/2014/main" id="{272E538B-EE1F-0D00-E0A5-482B4294632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9493930" flipV="1">
            <a:off x="4082643" y="5034852"/>
            <a:ext cx="640161" cy="543015"/>
          </a:xfrm>
          <a:prstGeom prst="rect">
            <a:avLst/>
          </a:prstGeom>
        </p:spPr>
      </p:pic>
      <p:pic>
        <p:nvPicPr>
          <p:cNvPr id="64" name="グラフィックス 63">
            <a:extLst>
              <a:ext uri="{FF2B5EF4-FFF2-40B4-BE49-F238E27FC236}">
                <a16:creationId xmlns:a16="http://schemas.microsoft.com/office/drawing/2014/main" id="{6AFBDF22-FFFF-0D2C-B1BB-001180E4C44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493930" flipV="1">
            <a:off x="4063447" y="3944261"/>
            <a:ext cx="640161" cy="543015"/>
          </a:xfrm>
          <a:prstGeom prst="rect">
            <a:avLst/>
          </a:prstGeom>
        </p:spPr>
      </p:pic>
      <p:pic>
        <p:nvPicPr>
          <p:cNvPr id="65" name="グラフィックス 64">
            <a:extLst>
              <a:ext uri="{FF2B5EF4-FFF2-40B4-BE49-F238E27FC236}">
                <a16:creationId xmlns:a16="http://schemas.microsoft.com/office/drawing/2014/main" id="{B619EDB4-14BA-B617-6D98-0CCC4743D28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4861" y="3660370"/>
            <a:ext cx="764690" cy="764690"/>
          </a:xfrm>
          <a:prstGeom prst="rect">
            <a:avLst/>
          </a:prstGeom>
        </p:spPr>
      </p:pic>
      <p:sp>
        <p:nvSpPr>
          <p:cNvPr id="66" name="テキスト ボックス 65">
            <a:extLst>
              <a:ext uri="{FF2B5EF4-FFF2-40B4-BE49-F238E27FC236}">
                <a16:creationId xmlns:a16="http://schemas.microsoft.com/office/drawing/2014/main" id="{3383B188-CAA2-6096-A04C-35ED7419A49E}"/>
              </a:ext>
            </a:extLst>
          </p:cNvPr>
          <p:cNvSpPr txBox="1"/>
          <p:nvPr/>
        </p:nvSpPr>
        <p:spPr>
          <a:xfrm>
            <a:off x="3907892" y="4304670"/>
            <a:ext cx="764690" cy="707886"/>
          </a:xfrm>
          <a:prstGeom prst="rect">
            <a:avLst/>
          </a:prstGeom>
          <a:noFill/>
        </p:spPr>
        <p:txBody>
          <a:bodyPr wrap="square" rtlCol="0">
            <a:spAutoFit/>
          </a:bodyPr>
          <a:lstStyle/>
          <a:p>
            <a:pPr algn="ctr"/>
            <a:r>
              <a:rPr lang="ja-JP" altLang="en-US"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rPr>
              <a:t>①</a:t>
            </a:r>
            <a:br>
              <a:rPr lang="en-US" altLang="ja-JP"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rPr>
            </a:br>
            <a:r>
              <a:rPr lang="ja-JP" altLang="en-US"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rPr>
              <a:t>入力</a:t>
            </a:r>
            <a:endParaRPr kumimoji="1" lang="ja-JP" altLang="en-US"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
        <p:nvSpPr>
          <p:cNvPr id="67" name="矢印: 右 66">
            <a:extLst>
              <a:ext uri="{FF2B5EF4-FFF2-40B4-BE49-F238E27FC236}">
                <a16:creationId xmlns:a16="http://schemas.microsoft.com/office/drawing/2014/main" id="{15387C2B-B570-5FE0-95F8-2815864D4B7E}"/>
              </a:ext>
            </a:extLst>
          </p:cNvPr>
          <p:cNvSpPr/>
          <p:nvPr/>
        </p:nvSpPr>
        <p:spPr>
          <a:xfrm>
            <a:off x="5663399" y="3872973"/>
            <a:ext cx="405040" cy="396760"/>
          </a:xfrm>
          <a:prstGeom prst="rightArrow">
            <a:avLst/>
          </a:prstGeom>
          <a:solidFill>
            <a:srgbClr val="4B4B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8" name="矢印: 右 67">
            <a:extLst>
              <a:ext uri="{FF2B5EF4-FFF2-40B4-BE49-F238E27FC236}">
                <a16:creationId xmlns:a16="http://schemas.microsoft.com/office/drawing/2014/main" id="{3E14CF60-20AA-7BEE-E510-4BD4DF20D504}"/>
              </a:ext>
            </a:extLst>
          </p:cNvPr>
          <p:cNvSpPr/>
          <p:nvPr/>
        </p:nvSpPr>
        <p:spPr>
          <a:xfrm>
            <a:off x="5696412" y="5045184"/>
            <a:ext cx="405040" cy="396760"/>
          </a:xfrm>
          <a:prstGeom prst="rightArrow">
            <a:avLst/>
          </a:prstGeom>
          <a:solidFill>
            <a:srgbClr val="8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1" name="グラフィックス 70">
            <a:extLst>
              <a:ext uri="{FF2B5EF4-FFF2-40B4-BE49-F238E27FC236}">
                <a16:creationId xmlns:a16="http://schemas.microsoft.com/office/drawing/2014/main" id="{E7F946A7-E73F-A864-4C70-1DF253EBCE5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69322" y="3778853"/>
            <a:ext cx="627289" cy="627289"/>
          </a:xfrm>
          <a:prstGeom prst="rect">
            <a:avLst/>
          </a:prstGeom>
        </p:spPr>
      </p:pic>
      <p:sp>
        <p:nvSpPr>
          <p:cNvPr id="72" name="テキスト ボックス 71">
            <a:extLst>
              <a:ext uri="{FF2B5EF4-FFF2-40B4-BE49-F238E27FC236}">
                <a16:creationId xmlns:a16="http://schemas.microsoft.com/office/drawing/2014/main" id="{1FAF451E-F959-2A4B-02E4-F1530256B913}"/>
              </a:ext>
            </a:extLst>
          </p:cNvPr>
          <p:cNvSpPr txBox="1"/>
          <p:nvPr/>
        </p:nvSpPr>
        <p:spPr>
          <a:xfrm>
            <a:off x="5794705" y="3051259"/>
            <a:ext cx="1785882" cy="707886"/>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モデル出力</a:t>
            </a:r>
            <a:br>
              <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b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（中間表現）</a:t>
            </a:r>
          </a:p>
        </p:txBody>
      </p:sp>
      <p:pic>
        <p:nvPicPr>
          <p:cNvPr id="73" name="グラフィックス 72">
            <a:extLst>
              <a:ext uri="{FF2B5EF4-FFF2-40B4-BE49-F238E27FC236}">
                <a16:creationId xmlns:a16="http://schemas.microsoft.com/office/drawing/2014/main" id="{39F44D2B-69BF-D5E7-6F9A-996ED9FD08E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84628" y="5002359"/>
            <a:ext cx="621871" cy="621871"/>
          </a:xfrm>
          <a:prstGeom prst="rect">
            <a:avLst/>
          </a:prstGeom>
        </p:spPr>
      </p:pic>
      <p:cxnSp>
        <p:nvCxnSpPr>
          <p:cNvPr id="78" name="直線矢印コネクタ 77">
            <a:extLst>
              <a:ext uri="{FF2B5EF4-FFF2-40B4-BE49-F238E27FC236}">
                <a16:creationId xmlns:a16="http://schemas.microsoft.com/office/drawing/2014/main" id="{36EB8D72-5198-D4DE-9525-91008191CB70}"/>
              </a:ext>
            </a:extLst>
          </p:cNvPr>
          <p:cNvCxnSpPr>
            <a:cxnSpLocks/>
          </p:cNvCxnSpPr>
          <p:nvPr/>
        </p:nvCxnSpPr>
        <p:spPr>
          <a:xfrm flipV="1">
            <a:off x="7027193" y="4915276"/>
            <a:ext cx="1996221" cy="50596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852D0D76-D2FA-D866-0E39-F17C58AF4298}"/>
              </a:ext>
            </a:extLst>
          </p:cNvPr>
          <p:cNvSpPr txBox="1"/>
          <p:nvPr/>
        </p:nvSpPr>
        <p:spPr>
          <a:xfrm>
            <a:off x="6827886" y="4173124"/>
            <a:ext cx="1309718" cy="1015663"/>
          </a:xfrm>
          <a:prstGeom prst="rect">
            <a:avLst/>
          </a:prstGeom>
          <a:noFill/>
        </p:spPr>
        <p:txBody>
          <a:bodyPr wrap="square" rtlCol="0">
            <a:spAutoFit/>
          </a:bodyPr>
          <a:lstStyle/>
          <a:p>
            <a:pPr algn="ctr"/>
            <a:r>
              <a:rPr kumimoji="1" lang="ja-JP" altLang="en-US"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rPr>
              <a:t>②</a:t>
            </a:r>
            <a:br>
              <a:rPr kumimoji="1" lang="en-US" altLang="ja-JP"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rPr>
            </a:br>
            <a:r>
              <a:rPr kumimoji="1" lang="ja-JP" altLang="en-US"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rPr>
              <a:t>中間表現</a:t>
            </a:r>
            <a:endParaRPr kumimoji="1" lang="en-US" altLang="ja-JP"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rPr>
              <a:t>送信</a:t>
            </a:r>
          </a:p>
        </p:txBody>
      </p:sp>
      <p:sp>
        <p:nvSpPr>
          <p:cNvPr id="82" name="テキスト ボックス 81">
            <a:extLst>
              <a:ext uri="{FF2B5EF4-FFF2-40B4-BE49-F238E27FC236}">
                <a16:creationId xmlns:a16="http://schemas.microsoft.com/office/drawing/2014/main" id="{DE75A1F4-E3C4-E79A-A932-937C8E80EE39}"/>
              </a:ext>
            </a:extLst>
          </p:cNvPr>
          <p:cNvSpPr txBox="1"/>
          <p:nvPr/>
        </p:nvSpPr>
        <p:spPr>
          <a:xfrm>
            <a:off x="10387479" y="4041731"/>
            <a:ext cx="1205542" cy="1323439"/>
          </a:xfrm>
          <a:prstGeom prst="rect">
            <a:avLst/>
          </a:prstGeom>
          <a:noFill/>
        </p:spPr>
        <p:txBody>
          <a:bodyPr wrap="square" rtlCol="0">
            <a:spAutoFit/>
          </a:bodyPr>
          <a:lstStyle/>
          <a:p>
            <a:pPr algn="ctr"/>
            <a:r>
              <a:rPr kumimoji="1" lang="ja-JP" altLang="en-US"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rPr>
              <a:t>③</a:t>
            </a:r>
            <a:endParaRPr kumimoji="1" lang="en-US" altLang="ja-JP"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lang="ja-JP" altLang="en-US"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rPr>
              <a:t>中間表現から</a:t>
            </a:r>
            <a:endParaRPr kumimoji="1" lang="en-US" altLang="ja-JP"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rPr>
              <a:t>損失計算</a:t>
            </a:r>
            <a:endParaRPr kumimoji="1" lang="en-US" altLang="ja-JP"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
        <p:nvSpPr>
          <p:cNvPr id="89" name="矢印: 右 88">
            <a:extLst>
              <a:ext uri="{FF2B5EF4-FFF2-40B4-BE49-F238E27FC236}">
                <a16:creationId xmlns:a16="http://schemas.microsoft.com/office/drawing/2014/main" id="{918E3C49-408E-8A4C-D7F2-9535241F5072}"/>
              </a:ext>
            </a:extLst>
          </p:cNvPr>
          <p:cNvSpPr/>
          <p:nvPr/>
        </p:nvSpPr>
        <p:spPr>
          <a:xfrm rot="5400000">
            <a:off x="10044944" y="4912395"/>
            <a:ext cx="405040" cy="396760"/>
          </a:xfrm>
          <a:prstGeom prst="rightArrow">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90" name="テキスト ボックス 89">
            <a:extLst>
              <a:ext uri="{FF2B5EF4-FFF2-40B4-BE49-F238E27FC236}">
                <a16:creationId xmlns:a16="http://schemas.microsoft.com/office/drawing/2014/main" id="{5361FAED-BF39-D344-6FC6-334B9D879CF2}"/>
              </a:ext>
            </a:extLst>
          </p:cNvPr>
          <p:cNvSpPr txBox="1"/>
          <p:nvPr/>
        </p:nvSpPr>
        <p:spPr>
          <a:xfrm>
            <a:off x="9957651" y="5393571"/>
            <a:ext cx="1712884" cy="1015663"/>
          </a:xfrm>
          <a:prstGeom prst="rect">
            <a:avLst/>
          </a:prstGeom>
          <a:noFill/>
        </p:spPr>
        <p:txBody>
          <a:bodyPr wrap="square" rtlCol="0">
            <a:spAutoFit/>
          </a:bodyPr>
          <a:lstStyle/>
          <a:p>
            <a:pPr algn="ctr"/>
            <a:r>
              <a:rPr lang="ja-JP" altLang="en-US"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rPr>
              <a:t>④</a:t>
            </a:r>
            <a:endParaRPr kumimoji="1" lang="en-US" altLang="ja-JP"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lang="ja-JP" altLang="en-US"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rPr>
              <a:t>サーバモデル更新</a:t>
            </a:r>
            <a:endParaRPr kumimoji="1" lang="en-US" altLang="ja-JP"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pic>
        <p:nvPicPr>
          <p:cNvPr id="91" name="グラフィックス 90">
            <a:extLst>
              <a:ext uri="{FF2B5EF4-FFF2-40B4-BE49-F238E27FC236}">
                <a16:creationId xmlns:a16="http://schemas.microsoft.com/office/drawing/2014/main" id="{C63E56A8-C486-1F9E-7B52-24DB98AE82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13978" y="5672945"/>
            <a:ext cx="764690" cy="764690"/>
          </a:xfrm>
          <a:prstGeom prst="rect">
            <a:avLst/>
          </a:prstGeom>
        </p:spPr>
      </p:pic>
      <p:pic>
        <p:nvPicPr>
          <p:cNvPr id="97" name="グラフィックス 96">
            <a:extLst>
              <a:ext uri="{FF2B5EF4-FFF2-40B4-BE49-F238E27FC236}">
                <a16:creationId xmlns:a16="http://schemas.microsoft.com/office/drawing/2014/main" id="{4B35C2CA-4720-FAF4-9CB7-FECB14BC3AA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flipH="1">
            <a:off x="9650471" y="5210497"/>
            <a:ext cx="549348" cy="549348"/>
          </a:xfrm>
          <a:prstGeom prst="rect">
            <a:avLst/>
          </a:prstGeom>
        </p:spPr>
      </p:pic>
      <p:cxnSp>
        <p:nvCxnSpPr>
          <p:cNvPr id="121" name="直線矢印コネクタ 120">
            <a:extLst>
              <a:ext uri="{FF2B5EF4-FFF2-40B4-BE49-F238E27FC236}">
                <a16:creationId xmlns:a16="http://schemas.microsoft.com/office/drawing/2014/main" id="{2306DFF1-A04D-9225-742C-5F0360A72A06}"/>
              </a:ext>
            </a:extLst>
          </p:cNvPr>
          <p:cNvCxnSpPr>
            <a:cxnSpLocks/>
          </p:cNvCxnSpPr>
          <p:nvPr/>
        </p:nvCxnSpPr>
        <p:spPr>
          <a:xfrm flipH="1" flipV="1">
            <a:off x="6973882" y="3926027"/>
            <a:ext cx="2062825" cy="113452"/>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27" name="テキスト ボックス 126">
            <a:extLst>
              <a:ext uri="{FF2B5EF4-FFF2-40B4-BE49-F238E27FC236}">
                <a16:creationId xmlns:a16="http://schemas.microsoft.com/office/drawing/2014/main" id="{A469FB12-D853-8CD3-65AF-F326B7A4746D}"/>
              </a:ext>
            </a:extLst>
          </p:cNvPr>
          <p:cNvSpPr txBox="1"/>
          <p:nvPr/>
        </p:nvSpPr>
        <p:spPr>
          <a:xfrm>
            <a:off x="7102875" y="5567699"/>
            <a:ext cx="1712884" cy="1015663"/>
          </a:xfrm>
          <a:prstGeom prst="rect">
            <a:avLst/>
          </a:prstGeom>
          <a:noFill/>
        </p:spPr>
        <p:txBody>
          <a:bodyPr wrap="square" rtlCol="0">
            <a:spAutoFit/>
          </a:bodyPr>
          <a:lstStyle/>
          <a:p>
            <a:pPr algn="ctr"/>
            <a:r>
              <a:rPr kumimoji="1" lang="ja-JP" altLang="en-US"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rPr>
              <a:t>⑤</a:t>
            </a:r>
            <a:endParaRPr kumimoji="1" lang="en-US" altLang="ja-JP"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lang="ja-JP" altLang="en-US"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rPr>
              <a:t>勾配情報</a:t>
            </a:r>
            <a:endParaRPr lang="en-US" altLang="ja-JP"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kumimoji="1" lang="ja-JP" altLang="en-US"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rPr>
              <a:t>送信</a:t>
            </a:r>
            <a:endParaRPr kumimoji="1" lang="en-US" altLang="ja-JP" sz="2000" b="1" dirty="0">
              <a:solidFill>
                <a:schemeClr val="accent3"/>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
        <p:nvSpPr>
          <p:cNvPr id="142" name="テキスト ボックス 141">
            <a:extLst>
              <a:ext uri="{FF2B5EF4-FFF2-40B4-BE49-F238E27FC236}">
                <a16:creationId xmlns:a16="http://schemas.microsoft.com/office/drawing/2014/main" id="{CB2D1F8A-2D44-05A5-7AB2-6ACA7BDF54EA}"/>
              </a:ext>
            </a:extLst>
          </p:cNvPr>
          <p:cNvSpPr txBox="1"/>
          <p:nvPr/>
        </p:nvSpPr>
        <p:spPr>
          <a:xfrm>
            <a:off x="4089711" y="5562937"/>
            <a:ext cx="2101336" cy="400110"/>
          </a:xfrm>
          <a:prstGeom prst="rect">
            <a:avLst/>
          </a:prstGeom>
          <a:noFill/>
        </p:spPr>
        <p:txBody>
          <a:bodyPr wrap="square" rtlCol="0">
            <a:spAutoFit/>
          </a:bodyPr>
          <a:lstStyle/>
          <a:p>
            <a:pPr algn="ctr"/>
            <a:r>
              <a:rPr kumimoji="1" lang="ja-JP" altLang="en-US"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rPr>
              <a:t>⑥</a:t>
            </a:r>
            <a:r>
              <a:rPr lang="ja-JP" altLang="en-US"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rPr>
              <a:t>モデル更新</a:t>
            </a:r>
            <a:endParaRPr kumimoji="1" lang="ja-JP" altLang="en-US" sz="2000" b="1" dirty="0">
              <a:solidFill>
                <a:schemeClr val="bg2">
                  <a:lumMod val="50000"/>
                </a:schemeClr>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sp>
        <p:nvSpPr>
          <p:cNvPr id="143" name="テキスト ボックス 142">
            <a:extLst>
              <a:ext uri="{FF2B5EF4-FFF2-40B4-BE49-F238E27FC236}">
                <a16:creationId xmlns:a16="http://schemas.microsoft.com/office/drawing/2014/main" id="{AFFAC134-BA5A-FBC4-DF1F-EEBDAB75215A}"/>
              </a:ext>
            </a:extLst>
          </p:cNvPr>
          <p:cNvSpPr txBox="1"/>
          <p:nvPr/>
        </p:nvSpPr>
        <p:spPr>
          <a:xfrm>
            <a:off x="4280310" y="3036761"/>
            <a:ext cx="1785882" cy="707886"/>
          </a:xfrm>
          <a:prstGeom prst="rect">
            <a:avLst/>
          </a:prstGeom>
          <a:noFill/>
        </p:spPr>
        <p:txBody>
          <a:bodyPr wrap="square" rtlCol="0">
            <a:spAutoFit/>
          </a:bodyPr>
          <a:lstStyle/>
          <a:p>
            <a:pPr algn="ctr"/>
            <a:r>
              <a:rPr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クライアント</a:t>
            </a:r>
            <a:br>
              <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b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モデル</a:t>
            </a:r>
          </a:p>
        </p:txBody>
      </p:sp>
      <p:pic>
        <p:nvPicPr>
          <p:cNvPr id="9" name="グラフィックス 8">
            <a:extLst>
              <a:ext uri="{FF2B5EF4-FFF2-40B4-BE49-F238E27FC236}">
                <a16:creationId xmlns:a16="http://schemas.microsoft.com/office/drawing/2014/main" id="{0D4FCA2D-5B1F-39EF-80AC-FD32FD484DF8}"/>
              </a:ext>
            </a:extLst>
          </p:cNvPr>
          <p:cNvPicPr>
            <a:picLocks noChangeAspect="1"/>
          </p:cNvPicPr>
          <p:nvPr/>
        </p:nvPicPr>
        <p:blipFill>
          <a:blip>
            <a:extLst>
              <a:ext uri="{96DAC541-7B7A-43D3-8B79-37D633B846F1}">
                <asvg:svgBlip xmlns:asvg="http://schemas.microsoft.com/office/drawing/2016/SVG/main" r:embed="rId14"/>
              </a:ext>
            </a:extLst>
          </a:blip>
          <a:srcRect l="45224" t="35766"/>
          <a:stretch>
            <a:fillRect/>
          </a:stretch>
        </p:blipFill>
        <p:spPr>
          <a:xfrm>
            <a:off x="5542404" y="4723765"/>
            <a:ext cx="379045" cy="444495"/>
          </a:xfrm>
          <a:prstGeom prst="rect">
            <a:avLst/>
          </a:prstGeom>
        </p:spPr>
      </p:pic>
      <p:pic>
        <p:nvPicPr>
          <p:cNvPr id="10" name="グラフィックス 9">
            <a:extLst>
              <a:ext uri="{FF2B5EF4-FFF2-40B4-BE49-F238E27FC236}">
                <a16:creationId xmlns:a16="http://schemas.microsoft.com/office/drawing/2014/main" id="{055273ED-C641-FA7B-CEC0-388A21DA5064}"/>
              </a:ext>
            </a:extLst>
          </p:cNvPr>
          <p:cNvPicPr>
            <a:picLocks noChangeAspect="1"/>
          </p:cNvPicPr>
          <p:nvPr/>
        </p:nvPicPr>
        <p:blipFill>
          <a:blip>
            <a:extLst>
              <a:ext uri="{96DAC541-7B7A-43D3-8B79-37D633B846F1}">
                <asvg:svgBlip xmlns:asvg="http://schemas.microsoft.com/office/drawing/2016/SVG/main" r:embed="rId15"/>
              </a:ext>
            </a:extLst>
          </a:blip>
          <a:srcRect l="25265" t="-131" r="25748" b="64219"/>
          <a:stretch>
            <a:fillRect/>
          </a:stretch>
        </p:blipFill>
        <p:spPr>
          <a:xfrm>
            <a:off x="9937919" y="4014842"/>
            <a:ext cx="588257" cy="431246"/>
          </a:xfrm>
          <a:prstGeom prst="rect">
            <a:avLst/>
          </a:prstGeom>
        </p:spPr>
      </p:pic>
      <p:pic>
        <p:nvPicPr>
          <p:cNvPr id="11" name="グラフィックス 10">
            <a:extLst>
              <a:ext uri="{FF2B5EF4-FFF2-40B4-BE49-F238E27FC236}">
                <a16:creationId xmlns:a16="http://schemas.microsoft.com/office/drawing/2014/main" id="{262D71A2-0B73-22ED-046E-68534C00ACEE}"/>
              </a:ext>
            </a:extLst>
          </p:cNvPr>
          <p:cNvPicPr>
            <a:picLocks noChangeAspect="1"/>
          </p:cNvPicPr>
          <p:nvPr/>
        </p:nvPicPr>
        <p:blipFill>
          <a:blip>
            <a:extLst>
              <a:ext uri="{96DAC541-7B7A-43D3-8B79-37D633B846F1}">
                <asvg:svgBlip xmlns:asvg="http://schemas.microsoft.com/office/drawing/2016/SVG/main" r:embed="rId15"/>
              </a:ext>
            </a:extLst>
          </a:blip>
          <a:srcRect t="34321" r="50668"/>
          <a:stretch>
            <a:fillRect/>
          </a:stretch>
        </p:blipFill>
        <p:spPr>
          <a:xfrm>
            <a:off x="4262375" y="3335396"/>
            <a:ext cx="558342" cy="743361"/>
          </a:xfrm>
          <a:prstGeom prst="rect">
            <a:avLst/>
          </a:prstGeom>
        </p:spPr>
      </p:pic>
    </p:spTree>
    <p:extLst>
      <p:ext uri="{BB962C8B-B14F-4D97-AF65-F5344CB8AC3E}">
        <p14:creationId xmlns:p14="http://schemas.microsoft.com/office/powerpoint/2010/main" val="3324962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A58167F4-6CA1-B821-6AF9-B0E13FBE114C}"/>
              </a:ext>
            </a:extLst>
          </p:cNvPr>
          <p:cNvGraphicFramePr>
            <a:graphicFrameLocks noGrp="1"/>
          </p:cNvGraphicFramePr>
          <p:nvPr>
            <p:ph idx="1"/>
            <p:extLst>
              <p:ext uri="{D42A27DB-BD31-4B8C-83A1-F6EECF244321}">
                <p14:modId xmlns:p14="http://schemas.microsoft.com/office/powerpoint/2010/main" val="1612584550"/>
              </p:ext>
            </p:extLst>
          </p:nvPr>
        </p:nvGraphicFramePr>
        <p:xfrm>
          <a:off x="685801" y="1525588"/>
          <a:ext cx="10820397" cy="2377440"/>
        </p:xfrm>
        <a:graphic>
          <a:graphicData uri="http://schemas.openxmlformats.org/drawingml/2006/table">
            <a:tbl>
              <a:tblPr firstRow="1" bandRow="1">
                <a:tableStyleId>{5C22544A-7EE6-4342-B048-85BDC9FD1C3A}</a:tableStyleId>
              </a:tblPr>
              <a:tblGrid>
                <a:gridCol w="3606799">
                  <a:extLst>
                    <a:ext uri="{9D8B030D-6E8A-4147-A177-3AD203B41FA5}">
                      <a16:colId xmlns:a16="http://schemas.microsoft.com/office/drawing/2014/main" val="3929890857"/>
                    </a:ext>
                  </a:extLst>
                </a:gridCol>
                <a:gridCol w="3606799">
                  <a:extLst>
                    <a:ext uri="{9D8B030D-6E8A-4147-A177-3AD203B41FA5}">
                      <a16:colId xmlns:a16="http://schemas.microsoft.com/office/drawing/2014/main" val="4233199581"/>
                    </a:ext>
                  </a:extLst>
                </a:gridCol>
                <a:gridCol w="3606799">
                  <a:extLst>
                    <a:ext uri="{9D8B030D-6E8A-4147-A177-3AD203B41FA5}">
                      <a16:colId xmlns:a16="http://schemas.microsoft.com/office/drawing/2014/main" val="4140892172"/>
                    </a:ext>
                  </a:extLst>
                </a:gridCol>
              </a:tblGrid>
              <a:tr h="370840">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比較項目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水平連合学習</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a:latin typeface="UD デジタル 教科書体 NP-R" panose="02020400000000000000" pitchFamily="18" charset="-128"/>
                          <a:ea typeface="UD デジタル 教科書体 NP-R" panose="02020400000000000000" pitchFamily="18" charset="-128"/>
                        </a:rPr>
                        <a:t>垂直連合学習</a:t>
                      </a:r>
                      <a:endParaRPr kumimoji="1" lang="ja-JP" altLang="en-US" sz="2000" dirty="0">
                        <a:latin typeface="UD デジタル 教科書体 NP-R" panose="02020400000000000000" pitchFamily="18" charset="-128"/>
                        <a:ea typeface="UD デジタル 教科書体 NP-R" panose="02020400000000000000" pitchFamily="18"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547034"/>
                  </a:ext>
                </a:extLst>
              </a:tr>
              <a:tr h="370840">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データの項目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同一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異なる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3142151"/>
                  </a:ext>
                </a:extLst>
              </a:tr>
              <a:tr h="370840">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対象サンプル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異なる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000" dirty="0">
                          <a:latin typeface="UD デジタル 教科書体 NP-R" panose="02020400000000000000" pitchFamily="18" charset="-128"/>
                          <a:ea typeface="UD デジタル 教科書体 NP-R" panose="02020400000000000000" pitchFamily="18" charset="-128"/>
                        </a:rPr>
                        <a:t>同一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6310950"/>
                  </a:ext>
                </a:extLst>
              </a:tr>
              <a:tr h="370840">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モデル構造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全員</a:t>
                      </a:r>
                      <a:r>
                        <a:rPr kumimoji="1" lang="ja-JP" altLang="en-US" sz="2000" dirty="0">
                          <a:solidFill>
                            <a:srgbClr val="FF0000"/>
                          </a:solidFill>
                          <a:latin typeface="UD デジタル 教科書体 NP-R" panose="02020400000000000000" pitchFamily="18" charset="-128"/>
                          <a:ea typeface="UD デジタル 教科書体 NP-R" panose="02020400000000000000" pitchFamily="18" charset="-128"/>
                        </a:rPr>
                        <a:t>同一モデル</a:t>
                      </a:r>
                      <a:r>
                        <a:rPr kumimoji="1" lang="ja-JP" altLang="en-US" sz="2000" dirty="0">
                          <a:latin typeface="UD デジタル 教科書体 NP-R" panose="02020400000000000000" pitchFamily="18" charset="-128"/>
                          <a:ea typeface="UD デジタル 教科書体 NP-R" panose="02020400000000000000" pitchFamily="18" charset="-128"/>
                        </a:rPr>
                        <a:t>で学習</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各々が</a:t>
                      </a:r>
                      <a:r>
                        <a:rPr kumimoji="1" lang="ja-JP" altLang="en-US" sz="2000" dirty="0">
                          <a:solidFill>
                            <a:srgbClr val="FF0000"/>
                          </a:solidFill>
                          <a:latin typeface="UD デジタル 教科書体 NP-R" panose="02020400000000000000" pitchFamily="18" charset="-128"/>
                          <a:ea typeface="UD デジタル 教科書体 NP-R" panose="02020400000000000000" pitchFamily="18" charset="-128"/>
                        </a:rPr>
                        <a:t>異なるモデル</a:t>
                      </a:r>
                      <a:r>
                        <a:rPr kumimoji="1" lang="ja-JP" altLang="en-US" sz="2000" dirty="0">
                          <a:latin typeface="UD デジタル 教科書体 NP-R" panose="02020400000000000000" pitchFamily="18" charset="-128"/>
                          <a:ea typeface="UD デジタル 教科書体 NP-R" panose="02020400000000000000" pitchFamily="18" charset="-128"/>
                        </a:rPr>
                        <a:t>で学習</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3797536"/>
                  </a:ext>
                </a:extLst>
              </a:tr>
              <a:tr h="370840">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送受信するもの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モデルの</a:t>
                      </a:r>
                      <a:r>
                        <a:rPr kumimoji="1" lang="ja-JP" altLang="en-US" sz="2000" dirty="0">
                          <a:solidFill>
                            <a:srgbClr val="FF0000"/>
                          </a:solidFill>
                          <a:latin typeface="UD デジタル 教科書体 NP-R" panose="02020400000000000000" pitchFamily="18" charset="-128"/>
                          <a:ea typeface="UD デジタル 教科書体 NP-R" panose="02020400000000000000" pitchFamily="18" charset="-128"/>
                        </a:rPr>
                        <a:t>重み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solidFill>
                            <a:srgbClr val="FF0000"/>
                          </a:solidFill>
                          <a:latin typeface="UD デジタル 教科書体 NP-R" panose="02020400000000000000" pitchFamily="18" charset="-128"/>
                          <a:ea typeface="UD デジタル 教科書体 NP-R" panose="02020400000000000000" pitchFamily="18" charset="-128"/>
                        </a:rPr>
                        <a:t>中間表現と勾配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4223870"/>
                  </a:ext>
                </a:extLst>
              </a:tr>
              <a:tr h="370840">
                <a:tc>
                  <a:txBody>
                    <a:bodyPr/>
                    <a:lstStyle/>
                    <a:p>
                      <a:r>
                        <a:rPr kumimoji="1" lang="ja-JP" altLang="en-US" sz="2000" dirty="0">
                          <a:latin typeface="UD デジタル 教科書体 NP-R" panose="02020400000000000000" pitchFamily="18" charset="-128"/>
                          <a:ea typeface="UD デジタル 教科書体 NP-R" panose="02020400000000000000" pitchFamily="18" charset="-128"/>
                        </a:rPr>
                        <a:t>サーバの役割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solidFill>
                            <a:srgbClr val="FF0000"/>
                          </a:solidFill>
                          <a:latin typeface="UD デジタル 教科書体 NP-R" panose="02020400000000000000" pitchFamily="18" charset="-128"/>
                          <a:ea typeface="UD デジタル 教科書体 NP-R" panose="02020400000000000000" pitchFamily="18" charset="-128"/>
                        </a:rPr>
                        <a:t>モデルの集約</a:t>
                      </a:r>
                      <a:r>
                        <a:rPr kumimoji="1" lang="ja-JP" altLang="en-US" sz="2000" dirty="0">
                          <a:latin typeface="UD デジタル 教科書体 NP-R" panose="02020400000000000000" pitchFamily="18" charset="-128"/>
                          <a:ea typeface="UD デジタル 教科書体 NP-R" panose="02020400000000000000" pitchFamily="18" charset="-128"/>
                        </a:rPr>
                        <a:t>のみ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2000" dirty="0">
                          <a:solidFill>
                            <a:srgbClr val="FF0000"/>
                          </a:solidFill>
                          <a:latin typeface="UD デジタル 教科書体 NP-R" panose="02020400000000000000" pitchFamily="18" charset="-128"/>
                          <a:ea typeface="UD デジタル 教科書体 NP-R" panose="02020400000000000000" pitchFamily="18" charset="-128"/>
                        </a:rPr>
                        <a:t>サーバモデル更新・損失計算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4570943"/>
                  </a:ext>
                </a:extLst>
              </a:tr>
            </a:tbl>
          </a:graphicData>
        </a:graphic>
      </p:graphicFrame>
      <p:sp>
        <p:nvSpPr>
          <p:cNvPr id="3" name="タイトル 2">
            <a:extLst>
              <a:ext uri="{FF2B5EF4-FFF2-40B4-BE49-F238E27FC236}">
                <a16:creationId xmlns:a16="http://schemas.microsoft.com/office/drawing/2014/main" id="{C73BC56A-D796-4356-EE4C-2C79B8DBFC80}"/>
              </a:ext>
            </a:extLst>
          </p:cNvPr>
          <p:cNvSpPr>
            <a:spLocks noGrp="1"/>
          </p:cNvSpPr>
          <p:nvPr>
            <p:ph type="title"/>
          </p:nvPr>
        </p:nvSpPr>
        <p:spPr/>
        <p:txBody>
          <a:bodyPr/>
          <a:lstStyle/>
          <a:p>
            <a:r>
              <a:rPr kumimoji="1" lang="ja-JP" altLang="en-US" dirty="0"/>
              <a:t>水平・</a:t>
            </a:r>
            <a:r>
              <a:rPr lang="ja-JP" altLang="en-US" dirty="0"/>
              <a:t>垂直</a:t>
            </a:r>
            <a:r>
              <a:rPr kumimoji="1" lang="ja-JP" altLang="en-US" dirty="0"/>
              <a:t>連合学習の違い</a:t>
            </a:r>
          </a:p>
        </p:txBody>
      </p:sp>
      <p:sp>
        <p:nvSpPr>
          <p:cNvPr id="16" name="四角形: 角を丸くする 15">
            <a:extLst>
              <a:ext uri="{FF2B5EF4-FFF2-40B4-BE49-F238E27FC236}">
                <a16:creationId xmlns:a16="http://schemas.microsoft.com/office/drawing/2014/main" id="{89488405-1A58-60F4-C4AF-C2A3F2E62E59}"/>
              </a:ext>
            </a:extLst>
          </p:cNvPr>
          <p:cNvSpPr/>
          <p:nvPr/>
        </p:nvSpPr>
        <p:spPr>
          <a:xfrm>
            <a:off x="1068817" y="4167810"/>
            <a:ext cx="4520323" cy="187739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グラフィックス 4">
            <a:extLst>
              <a:ext uri="{FF2B5EF4-FFF2-40B4-BE49-F238E27FC236}">
                <a16:creationId xmlns:a16="http://schemas.microsoft.com/office/drawing/2014/main" id="{31242494-F1FC-04D2-096F-C658A25D28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0010" y="4580977"/>
            <a:ext cx="1276598" cy="1276598"/>
          </a:xfrm>
          <a:prstGeom prst="rect">
            <a:avLst/>
          </a:prstGeom>
        </p:spPr>
      </p:pic>
      <p:cxnSp>
        <p:nvCxnSpPr>
          <p:cNvPr id="6" name="直線矢印コネクタ 5">
            <a:extLst>
              <a:ext uri="{FF2B5EF4-FFF2-40B4-BE49-F238E27FC236}">
                <a16:creationId xmlns:a16="http://schemas.microsoft.com/office/drawing/2014/main" id="{4F808E37-B4A4-7709-54B1-2CCC7DAFC7C3}"/>
              </a:ext>
            </a:extLst>
          </p:cNvPr>
          <p:cNvCxnSpPr>
            <a:cxnSpLocks/>
          </p:cNvCxnSpPr>
          <p:nvPr/>
        </p:nvCxnSpPr>
        <p:spPr>
          <a:xfrm>
            <a:off x="2486567" y="5125227"/>
            <a:ext cx="144522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36C28093-D518-BD4B-FA72-3FFCED514079}"/>
              </a:ext>
            </a:extLst>
          </p:cNvPr>
          <p:cNvCxnSpPr>
            <a:cxnSpLocks/>
          </p:cNvCxnSpPr>
          <p:nvPr/>
        </p:nvCxnSpPr>
        <p:spPr>
          <a:xfrm flipH="1">
            <a:off x="2403022" y="4912971"/>
            <a:ext cx="1484318" cy="0"/>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13" name="グラフィックス 12">
            <a:extLst>
              <a:ext uri="{FF2B5EF4-FFF2-40B4-BE49-F238E27FC236}">
                <a16:creationId xmlns:a16="http://schemas.microsoft.com/office/drawing/2014/main" id="{420A8CF0-1C8C-3F80-D635-FD93553A42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62836" y="5217574"/>
            <a:ext cx="764690" cy="764690"/>
          </a:xfrm>
          <a:prstGeom prst="rect">
            <a:avLst/>
          </a:prstGeom>
        </p:spPr>
      </p:pic>
      <p:sp>
        <p:nvSpPr>
          <p:cNvPr id="14" name="テキスト ボックス 13">
            <a:extLst>
              <a:ext uri="{FF2B5EF4-FFF2-40B4-BE49-F238E27FC236}">
                <a16:creationId xmlns:a16="http://schemas.microsoft.com/office/drawing/2014/main" id="{3B042F17-00CF-4DAE-A264-AEEE70BF9592}"/>
              </a:ext>
            </a:extLst>
          </p:cNvPr>
          <p:cNvSpPr txBox="1"/>
          <p:nvPr/>
        </p:nvSpPr>
        <p:spPr>
          <a:xfrm>
            <a:off x="2254879" y="4165259"/>
            <a:ext cx="1808462" cy="707886"/>
          </a:xfrm>
          <a:prstGeom prst="rect">
            <a:avLst/>
          </a:prstGeom>
          <a:noFill/>
        </p:spPr>
        <p:txBody>
          <a:bodyPr wrap="square" rtlCol="0">
            <a:spAutoFit/>
          </a:bodyPr>
          <a:lstStyle/>
          <a:p>
            <a:pPr algn="ctr"/>
            <a:r>
              <a:rPr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モデルを</a:t>
            </a:r>
            <a:br>
              <a:rPr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br>
            <a:r>
              <a:rPr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送受信</a:t>
            </a:r>
            <a:endPar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pic>
        <p:nvPicPr>
          <p:cNvPr id="15" name="グラフィックス 14">
            <a:extLst>
              <a:ext uri="{FF2B5EF4-FFF2-40B4-BE49-F238E27FC236}">
                <a16:creationId xmlns:a16="http://schemas.microsoft.com/office/drawing/2014/main" id="{E368D862-B5A9-D14C-3208-370C846619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09371" y="4718693"/>
            <a:ext cx="1202652" cy="1202652"/>
          </a:xfrm>
          <a:prstGeom prst="rect">
            <a:avLst/>
          </a:prstGeom>
        </p:spPr>
      </p:pic>
      <p:sp>
        <p:nvSpPr>
          <p:cNvPr id="17" name="四角形: 角を丸くする 16">
            <a:extLst>
              <a:ext uri="{FF2B5EF4-FFF2-40B4-BE49-F238E27FC236}">
                <a16:creationId xmlns:a16="http://schemas.microsoft.com/office/drawing/2014/main" id="{144F9518-7812-30F1-503E-DA4D91BDB1C3}"/>
              </a:ext>
            </a:extLst>
          </p:cNvPr>
          <p:cNvSpPr/>
          <p:nvPr/>
        </p:nvSpPr>
        <p:spPr>
          <a:xfrm>
            <a:off x="1068817" y="4023678"/>
            <a:ext cx="799430" cy="453253"/>
          </a:xfrm>
          <a:prstGeom prst="roundRect">
            <a:avLst/>
          </a:prstGeom>
          <a:solidFill>
            <a:schemeClr val="bg1"/>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333333"/>
                </a:solidFill>
                <a:latin typeface="UD デジタル 教科書体 NP-R" panose="02020400000000000000" pitchFamily="18" charset="-128"/>
                <a:ea typeface="UD デジタル 教科書体 NP-R" panose="02020400000000000000" pitchFamily="18" charset="-128"/>
              </a:rPr>
              <a:t>水平</a:t>
            </a:r>
          </a:p>
        </p:txBody>
      </p:sp>
      <p:sp>
        <p:nvSpPr>
          <p:cNvPr id="18" name="四角形: 角を丸くする 17">
            <a:extLst>
              <a:ext uri="{FF2B5EF4-FFF2-40B4-BE49-F238E27FC236}">
                <a16:creationId xmlns:a16="http://schemas.microsoft.com/office/drawing/2014/main" id="{E5CAE2AA-71BD-523E-0F09-74E70898189D}"/>
              </a:ext>
            </a:extLst>
          </p:cNvPr>
          <p:cNvSpPr/>
          <p:nvPr/>
        </p:nvSpPr>
        <p:spPr>
          <a:xfrm>
            <a:off x="6602859" y="4231310"/>
            <a:ext cx="4520323" cy="187739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グラフィックス 18">
            <a:extLst>
              <a:ext uri="{FF2B5EF4-FFF2-40B4-BE49-F238E27FC236}">
                <a16:creationId xmlns:a16="http://schemas.microsoft.com/office/drawing/2014/main" id="{0CCE545A-38C0-8D72-1C03-6F513AB77E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84052" y="4644477"/>
            <a:ext cx="1276598" cy="1276598"/>
          </a:xfrm>
          <a:prstGeom prst="rect">
            <a:avLst/>
          </a:prstGeom>
        </p:spPr>
      </p:pic>
      <p:cxnSp>
        <p:nvCxnSpPr>
          <p:cNvPr id="20" name="直線矢印コネクタ 19">
            <a:extLst>
              <a:ext uri="{FF2B5EF4-FFF2-40B4-BE49-F238E27FC236}">
                <a16:creationId xmlns:a16="http://schemas.microsoft.com/office/drawing/2014/main" id="{2642113C-8A7C-6D11-CC5E-7EB69739F6AD}"/>
              </a:ext>
            </a:extLst>
          </p:cNvPr>
          <p:cNvCxnSpPr>
            <a:cxnSpLocks/>
          </p:cNvCxnSpPr>
          <p:nvPr/>
        </p:nvCxnSpPr>
        <p:spPr>
          <a:xfrm>
            <a:off x="8037103" y="5593065"/>
            <a:ext cx="144522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DEB7251C-0E2A-F0C7-310F-72F833038250}"/>
              </a:ext>
            </a:extLst>
          </p:cNvPr>
          <p:cNvCxnSpPr>
            <a:cxnSpLocks/>
          </p:cNvCxnSpPr>
          <p:nvPr/>
        </p:nvCxnSpPr>
        <p:spPr>
          <a:xfrm flipH="1">
            <a:off x="7998008" y="5432390"/>
            <a:ext cx="1484318" cy="0"/>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51F7DF89-734F-8261-6A4F-30DC09295C49}"/>
              </a:ext>
            </a:extLst>
          </p:cNvPr>
          <p:cNvSpPr txBox="1"/>
          <p:nvPr/>
        </p:nvSpPr>
        <p:spPr>
          <a:xfrm>
            <a:off x="7617940" y="4196519"/>
            <a:ext cx="2244456" cy="707886"/>
          </a:xfrm>
          <a:prstGeom prst="rect">
            <a:avLst/>
          </a:prstGeom>
          <a:noFill/>
        </p:spPr>
        <p:txBody>
          <a:bodyPr wrap="square" rtlCol="0">
            <a:spAutoFit/>
          </a:bodyPr>
          <a:lstStyle/>
          <a:p>
            <a:pPr algn="ctr"/>
            <a:r>
              <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中間表現・勾配を</a:t>
            </a:r>
            <a:endParaRPr kumimoji="1" lang="en-US" altLang="ja-JP"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a:p>
            <a:pPr algn="ctr"/>
            <a:r>
              <a:rPr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rPr>
              <a:t>送受信</a:t>
            </a:r>
            <a:endParaRPr kumimoji="1" lang="ja-JP" altLang="en-US" sz="2000" b="1" dirty="0">
              <a:solidFill>
                <a:srgbClr val="212121"/>
              </a:solidFill>
              <a:latin typeface="Times New Roman" panose="02020603050405020304" pitchFamily="18" charset="0"/>
              <a:ea typeface="UD デジタル 教科書体 NP-R" panose="02020400000000000000" pitchFamily="18" charset="-128"/>
              <a:cs typeface="Times New Roman" panose="02020603050405020304" pitchFamily="18" charset="0"/>
            </a:endParaRPr>
          </a:p>
        </p:txBody>
      </p:sp>
      <p:pic>
        <p:nvPicPr>
          <p:cNvPr id="24" name="グラフィックス 23">
            <a:extLst>
              <a:ext uri="{FF2B5EF4-FFF2-40B4-BE49-F238E27FC236}">
                <a16:creationId xmlns:a16="http://schemas.microsoft.com/office/drawing/2014/main" id="{4334BB13-938D-6DCE-7F83-4D2819BFCD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43413" y="4782193"/>
            <a:ext cx="1202652" cy="1202652"/>
          </a:xfrm>
          <a:prstGeom prst="rect">
            <a:avLst/>
          </a:prstGeom>
        </p:spPr>
      </p:pic>
      <p:sp>
        <p:nvSpPr>
          <p:cNvPr id="25" name="四角形: 角を丸くする 24">
            <a:extLst>
              <a:ext uri="{FF2B5EF4-FFF2-40B4-BE49-F238E27FC236}">
                <a16:creationId xmlns:a16="http://schemas.microsoft.com/office/drawing/2014/main" id="{AF90F99C-1B52-E76B-993F-754A5CC11030}"/>
              </a:ext>
            </a:extLst>
          </p:cNvPr>
          <p:cNvSpPr/>
          <p:nvPr/>
        </p:nvSpPr>
        <p:spPr>
          <a:xfrm>
            <a:off x="6602859" y="4087178"/>
            <a:ext cx="799430" cy="453253"/>
          </a:xfrm>
          <a:prstGeom prst="round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rgbClr val="333333"/>
                </a:solidFill>
                <a:latin typeface="UD デジタル 教科書体 NP-R" panose="02020400000000000000" pitchFamily="18" charset="-128"/>
                <a:ea typeface="UD デジタル 教科書体 NP-R" panose="02020400000000000000" pitchFamily="18" charset="-128"/>
              </a:rPr>
              <a:t>垂直</a:t>
            </a:r>
            <a:endParaRPr kumimoji="1" lang="ja-JP" altLang="en-US" dirty="0">
              <a:solidFill>
                <a:srgbClr val="333333"/>
              </a:solidFill>
              <a:latin typeface="UD デジタル 教科書体 NP-R" panose="02020400000000000000" pitchFamily="18" charset="-128"/>
              <a:ea typeface="UD デジタル 教科書体 NP-R" panose="02020400000000000000" pitchFamily="18" charset="-128"/>
            </a:endParaRPr>
          </a:p>
        </p:txBody>
      </p:sp>
      <p:pic>
        <p:nvPicPr>
          <p:cNvPr id="26" name="グラフィックス 25">
            <a:extLst>
              <a:ext uri="{FF2B5EF4-FFF2-40B4-BE49-F238E27FC236}">
                <a16:creationId xmlns:a16="http://schemas.microsoft.com/office/drawing/2014/main" id="{10A093F9-8D14-738C-B97D-7EE145F675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54476" y="5648380"/>
            <a:ext cx="495111" cy="495111"/>
          </a:xfrm>
          <a:prstGeom prst="rect">
            <a:avLst/>
          </a:prstGeom>
        </p:spPr>
      </p:pic>
      <p:pic>
        <p:nvPicPr>
          <p:cNvPr id="27" name="グラフィックス 26">
            <a:extLst>
              <a:ext uri="{FF2B5EF4-FFF2-40B4-BE49-F238E27FC236}">
                <a16:creationId xmlns:a16="http://schemas.microsoft.com/office/drawing/2014/main" id="{7C269F3D-3EE0-1252-2F68-91300C22BC54}"/>
              </a:ext>
            </a:extLst>
          </p:cNvPr>
          <p:cNvPicPr>
            <a:picLocks noChangeAspect="1"/>
          </p:cNvPicPr>
          <p:nvPr/>
        </p:nvPicPr>
        <p:blipFill>
          <a:blip>
            <a:extLst>
              <a:ext uri="{96DAC541-7B7A-43D3-8B79-37D633B846F1}">
                <asvg:svgBlip xmlns:asvg="http://schemas.microsoft.com/office/drawing/2016/SVG/main" r:embed="rId7"/>
              </a:ext>
            </a:extLst>
          </a:blip>
          <a:srcRect l="14816" t="-3291" r="-893" b="18930"/>
          <a:stretch>
            <a:fillRect/>
          </a:stretch>
        </p:blipFill>
        <p:spPr>
          <a:xfrm>
            <a:off x="8324639" y="4619164"/>
            <a:ext cx="909955" cy="891829"/>
          </a:xfrm>
          <a:prstGeom prst="rect">
            <a:avLst/>
          </a:prstGeom>
        </p:spPr>
      </p:pic>
    </p:spTree>
    <p:extLst>
      <p:ext uri="{BB962C8B-B14F-4D97-AF65-F5344CB8AC3E}">
        <p14:creationId xmlns:p14="http://schemas.microsoft.com/office/powerpoint/2010/main" val="3136887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0C89CA6D-406D-BE49-5DDD-01BDEB5A8DFD}"/>
              </a:ext>
            </a:extLst>
          </p:cNvPr>
          <p:cNvSpPr/>
          <p:nvPr/>
        </p:nvSpPr>
        <p:spPr>
          <a:xfrm>
            <a:off x="6463118" y="1100178"/>
            <a:ext cx="5265332" cy="2165408"/>
          </a:xfrm>
          <a:prstGeom prst="roundRect">
            <a:avLst/>
          </a:prstGeom>
          <a:solidFill>
            <a:srgbClr val="D5EED0"/>
          </a:solidFill>
          <a:ln>
            <a:solidFill>
              <a:srgbClr val="D5EE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1">
            <a:extLst>
              <a:ext uri="{FF2B5EF4-FFF2-40B4-BE49-F238E27FC236}">
                <a16:creationId xmlns:a16="http://schemas.microsoft.com/office/drawing/2014/main" id="{6B97E2E5-B3C2-4789-767D-6A054ECFF64E}"/>
              </a:ext>
            </a:extLst>
          </p:cNvPr>
          <p:cNvSpPr>
            <a:spLocks noGrp="1"/>
          </p:cNvSpPr>
          <p:nvPr>
            <p:ph idx="1"/>
          </p:nvPr>
        </p:nvSpPr>
        <p:spPr>
          <a:xfrm>
            <a:off x="609599" y="1481333"/>
            <a:ext cx="5853519" cy="4525963"/>
          </a:xfrm>
        </p:spPr>
        <p:txBody>
          <a:bodyPr>
            <a:normAutofit/>
          </a:bodyPr>
          <a:lstStyle/>
          <a:p>
            <a:r>
              <a:rPr kumimoji="1" lang="ja-JP" altLang="en-US" dirty="0"/>
              <a:t>広告配信の最適化での応用</a:t>
            </a:r>
            <a:endParaRPr kumimoji="1" lang="en-US" altLang="ja-JP" dirty="0"/>
          </a:p>
          <a:p>
            <a:pPr lvl="1"/>
            <a:r>
              <a:rPr lang="en-US" altLang="ja-JP" dirty="0"/>
              <a:t>SNS</a:t>
            </a:r>
            <a:r>
              <a:rPr lang="ja-JP" altLang="en-US" dirty="0"/>
              <a:t>運営企業と広告主の企業</a:t>
            </a:r>
            <a:endParaRPr lang="en-US" altLang="ja-JP" dirty="0"/>
          </a:p>
          <a:p>
            <a:pPr lvl="2"/>
            <a:r>
              <a:rPr kumimoji="1" lang="en-US" altLang="ja-JP" dirty="0"/>
              <a:t>SNS</a:t>
            </a:r>
            <a:r>
              <a:rPr kumimoji="1" lang="ja-JP" altLang="en-US" dirty="0"/>
              <a:t>運営会社の知識</a:t>
            </a:r>
            <a:endParaRPr kumimoji="1" lang="en-US" altLang="ja-JP" dirty="0"/>
          </a:p>
          <a:p>
            <a:pPr lvl="3"/>
            <a:r>
              <a:rPr kumimoji="1" lang="ja-JP" altLang="en-US" dirty="0"/>
              <a:t>ユーザの</a:t>
            </a:r>
            <a:r>
              <a:rPr kumimoji="1" lang="ja-JP" altLang="en-US" dirty="0">
                <a:solidFill>
                  <a:srgbClr val="FF0000"/>
                </a:solidFill>
              </a:rPr>
              <a:t>記事閲覧履歴</a:t>
            </a:r>
            <a:r>
              <a:rPr kumimoji="1" lang="ja-JP" altLang="en-US" dirty="0"/>
              <a:t>等</a:t>
            </a:r>
            <a:endParaRPr lang="en-US" altLang="ja-JP" dirty="0"/>
          </a:p>
          <a:p>
            <a:pPr lvl="2"/>
            <a:r>
              <a:rPr lang="ja-JP" altLang="en-US" dirty="0"/>
              <a:t>広告主企業の知識</a:t>
            </a:r>
            <a:endParaRPr lang="en-US" altLang="ja-JP" dirty="0"/>
          </a:p>
          <a:p>
            <a:pPr lvl="3"/>
            <a:r>
              <a:rPr lang="ja-JP" altLang="en-US" dirty="0"/>
              <a:t>商品の</a:t>
            </a:r>
            <a:r>
              <a:rPr lang="ja-JP" altLang="en-US" dirty="0">
                <a:solidFill>
                  <a:srgbClr val="FF0000"/>
                </a:solidFill>
              </a:rPr>
              <a:t>購入履歴</a:t>
            </a:r>
            <a:r>
              <a:rPr lang="ja-JP" altLang="en-US" dirty="0"/>
              <a:t>等</a:t>
            </a:r>
            <a:endParaRPr lang="en-US" altLang="ja-JP" dirty="0">
              <a:solidFill>
                <a:srgbClr val="FF0000"/>
              </a:solidFill>
            </a:endParaRPr>
          </a:p>
          <a:p>
            <a:pPr lvl="1"/>
            <a:r>
              <a:rPr kumimoji="1" lang="en-US" altLang="ja-JP" dirty="0"/>
              <a:t>ID</a:t>
            </a:r>
            <a:r>
              <a:rPr kumimoji="1" lang="ja-JP" altLang="en-US" dirty="0"/>
              <a:t>（アドレス）などで連携</a:t>
            </a:r>
            <a:endParaRPr kumimoji="1" lang="en-US" altLang="ja-JP" dirty="0"/>
          </a:p>
          <a:p>
            <a:pPr lvl="2"/>
            <a:r>
              <a:rPr lang="ja-JP" altLang="en-US" dirty="0">
                <a:solidFill>
                  <a:srgbClr val="FF0000"/>
                </a:solidFill>
              </a:rPr>
              <a:t>プライバシー保護</a:t>
            </a:r>
            <a:r>
              <a:rPr lang="ja-JP" altLang="en-US" dirty="0"/>
              <a:t>と広告の</a:t>
            </a:r>
            <a:br>
              <a:rPr lang="en-US" altLang="ja-JP" dirty="0"/>
            </a:br>
            <a:r>
              <a:rPr lang="ja-JP" altLang="en-US" dirty="0">
                <a:solidFill>
                  <a:srgbClr val="FF0000"/>
                </a:solidFill>
              </a:rPr>
              <a:t>精度向上</a:t>
            </a:r>
            <a:r>
              <a:rPr lang="ja-JP" altLang="en-US" dirty="0"/>
              <a:t>を同時に実現</a:t>
            </a:r>
            <a:endParaRPr kumimoji="1" lang="en-US" altLang="ja-JP" dirty="0"/>
          </a:p>
          <a:p>
            <a:pPr lvl="2"/>
            <a:endParaRPr kumimoji="1" lang="ja-JP" altLang="en-US" dirty="0"/>
          </a:p>
        </p:txBody>
      </p:sp>
      <p:sp>
        <p:nvSpPr>
          <p:cNvPr id="3" name="タイトル 2">
            <a:extLst>
              <a:ext uri="{FF2B5EF4-FFF2-40B4-BE49-F238E27FC236}">
                <a16:creationId xmlns:a16="http://schemas.microsoft.com/office/drawing/2014/main" id="{5A276712-014D-2CEF-071B-4AD918944E28}"/>
              </a:ext>
            </a:extLst>
          </p:cNvPr>
          <p:cNvSpPr>
            <a:spLocks noGrp="1"/>
          </p:cNvSpPr>
          <p:nvPr>
            <p:ph type="title"/>
          </p:nvPr>
        </p:nvSpPr>
        <p:spPr/>
        <p:txBody>
          <a:bodyPr/>
          <a:lstStyle/>
          <a:p>
            <a:r>
              <a:rPr lang="ja-JP" altLang="en-US" dirty="0"/>
              <a:t>垂直連合学習の応用例</a:t>
            </a:r>
            <a:endParaRPr kumimoji="1" lang="ja-JP" altLang="en-US" dirty="0"/>
          </a:p>
        </p:txBody>
      </p:sp>
      <p:pic>
        <p:nvPicPr>
          <p:cNvPr id="5" name="グラフィックス 4">
            <a:extLst>
              <a:ext uri="{FF2B5EF4-FFF2-40B4-BE49-F238E27FC236}">
                <a16:creationId xmlns:a16="http://schemas.microsoft.com/office/drawing/2014/main" id="{028BDAB0-3E1D-F898-5200-FDEC7CBE62E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35212" y="2057846"/>
            <a:ext cx="996950" cy="996950"/>
          </a:xfrm>
          <a:prstGeom prst="rect">
            <a:avLst/>
          </a:prstGeom>
        </p:spPr>
      </p:pic>
      <p:sp>
        <p:nvSpPr>
          <p:cNvPr id="7" name="テキスト ボックス 6">
            <a:extLst>
              <a:ext uri="{FF2B5EF4-FFF2-40B4-BE49-F238E27FC236}">
                <a16:creationId xmlns:a16="http://schemas.microsoft.com/office/drawing/2014/main" id="{95657B52-4CC2-E109-EBCE-1255F56D83AB}"/>
              </a:ext>
            </a:extLst>
          </p:cNvPr>
          <p:cNvSpPr txBox="1"/>
          <p:nvPr/>
        </p:nvSpPr>
        <p:spPr>
          <a:xfrm>
            <a:off x="6286606" y="1331316"/>
            <a:ext cx="1808462" cy="707886"/>
          </a:xfrm>
          <a:prstGeom prst="rect">
            <a:avLst/>
          </a:prstGeom>
          <a:noFill/>
        </p:spPr>
        <p:txBody>
          <a:bodyPr wrap="square" rtlCol="0">
            <a:spAutoFit/>
          </a:bodyPr>
          <a:lstStyle/>
          <a:p>
            <a:pPr algn="ctr"/>
            <a:r>
              <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SNS</a:t>
            </a: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アプリ</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運営企業</a:t>
            </a:r>
          </a:p>
        </p:txBody>
      </p:sp>
      <p:sp>
        <p:nvSpPr>
          <p:cNvPr id="8" name="四角形: 角を丸くする 7">
            <a:extLst>
              <a:ext uri="{FF2B5EF4-FFF2-40B4-BE49-F238E27FC236}">
                <a16:creationId xmlns:a16="http://schemas.microsoft.com/office/drawing/2014/main" id="{12CE63E4-F17F-FD70-1116-0FC1AAEF0E5A}"/>
              </a:ext>
            </a:extLst>
          </p:cNvPr>
          <p:cNvSpPr/>
          <p:nvPr/>
        </p:nvSpPr>
        <p:spPr>
          <a:xfrm>
            <a:off x="6463118" y="4476750"/>
            <a:ext cx="5265332" cy="210661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グラフィックス 9">
            <a:extLst>
              <a:ext uri="{FF2B5EF4-FFF2-40B4-BE49-F238E27FC236}">
                <a16:creationId xmlns:a16="http://schemas.microsoft.com/office/drawing/2014/main" id="{5A16F68D-CE00-708F-3ABF-BB8920876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7759" y="5380516"/>
            <a:ext cx="1066156" cy="1066156"/>
          </a:xfrm>
          <a:prstGeom prst="rect">
            <a:avLst/>
          </a:prstGeom>
        </p:spPr>
      </p:pic>
      <p:sp>
        <p:nvSpPr>
          <p:cNvPr id="11" name="テキスト ボックス 10">
            <a:extLst>
              <a:ext uri="{FF2B5EF4-FFF2-40B4-BE49-F238E27FC236}">
                <a16:creationId xmlns:a16="http://schemas.microsoft.com/office/drawing/2014/main" id="{86A5A8D8-F4C2-EAE9-B6B3-887C054E7F0D}"/>
              </a:ext>
            </a:extLst>
          </p:cNvPr>
          <p:cNvSpPr txBox="1"/>
          <p:nvPr/>
        </p:nvSpPr>
        <p:spPr>
          <a:xfrm>
            <a:off x="6286606" y="4650890"/>
            <a:ext cx="1808462" cy="707886"/>
          </a:xfrm>
          <a:prstGeom prst="rect">
            <a:avLst/>
          </a:prstGeom>
          <a:noFill/>
        </p:spPr>
        <p:txBody>
          <a:bodyPr wrap="square" rtlCol="0">
            <a:spAutoFit/>
          </a:bodyPr>
          <a:lstStyle/>
          <a:p>
            <a:pPr algn="ct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広告主企業</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（ショップ）</a:t>
            </a:r>
            <a:endPar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pic>
        <p:nvPicPr>
          <p:cNvPr id="13" name="グラフィックス 12">
            <a:extLst>
              <a:ext uri="{FF2B5EF4-FFF2-40B4-BE49-F238E27FC236}">
                <a16:creationId xmlns:a16="http://schemas.microsoft.com/office/drawing/2014/main" id="{E6179B66-1C96-1126-EAB9-7280AE3ABD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80456" y="1882026"/>
            <a:ext cx="602539" cy="602539"/>
          </a:xfrm>
          <a:prstGeom prst="rect">
            <a:avLst/>
          </a:prstGeom>
        </p:spPr>
      </p:pic>
      <p:sp>
        <p:nvSpPr>
          <p:cNvPr id="14" name="テキスト ボックス 13">
            <a:extLst>
              <a:ext uri="{FF2B5EF4-FFF2-40B4-BE49-F238E27FC236}">
                <a16:creationId xmlns:a16="http://schemas.microsoft.com/office/drawing/2014/main" id="{B3DDBC79-C0DB-ABF8-83BE-1790EFF5E6B9}"/>
              </a:ext>
            </a:extLst>
          </p:cNvPr>
          <p:cNvSpPr txBox="1"/>
          <p:nvPr/>
        </p:nvSpPr>
        <p:spPr>
          <a:xfrm>
            <a:off x="8640594" y="1938578"/>
            <a:ext cx="2031514" cy="400110"/>
          </a:xfrm>
          <a:prstGeom prst="rect">
            <a:avLst/>
          </a:prstGeom>
          <a:noFill/>
        </p:spPr>
        <p:txBody>
          <a:bodyPr wrap="square" rtlCol="0">
            <a:spAutoFit/>
          </a:bodyPr>
          <a:lstStyle/>
          <a:p>
            <a:pPr algn="ct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検索ワード履歴</a:t>
            </a:r>
          </a:p>
        </p:txBody>
      </p:sp>
      <p:pic>
        <p:nvPicPr>
          <p:cNvPr id="16" name="グラフィックス 15">
            <a:extLst>
              <a:ext uri="{FF2B5EF4-FFF2-40B4-BE49-F238E27FC236}">
                <a16:creationId xmlns:a16="http://schemas.microsoft.com/office/drawing/2014/main" id="{A94A7FF5-C849-750C-189F-FA5C631F1A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19076" y="1100178"/>
            <a:ext cx="725297" cy="725297"/>
          </a:xfrm>
          <a:prstGeom prst="rect">
            <a:avLst/>
          </a:prstGeom>
        </p:spPr>
      </p:pic>
      <p:sp>
        <p:nvSpPr>
          <p:cNvPr id="17" name="テキスト ボックス 16">
            <a:extLst>
              <a:ext uri="{FF2B5EF4-FFF2-40B4-BE49-F238E27FC236}">
                <a16:creationId xmlns:a16="http://schemas.microsoft.com/office/drawing/2014/main" id="{0FF77FB3-2E9B-6CE9-46F6-7028CFFC9762}"/>
              </a:ext>
            </a:extLst>
          </p:cNvPr>
          <p:cNvSpPr txBox="1"/>
          <p:nvPr/>
        </p:nvSpPr>
        <p:spPr>
          <a:xfrm>
            <a:off x="8640594" y="1351600"/>
            <a:ext cx="2031514" cy="400110"/>
          </a:xfrm>
          <a:prstGeom prst="rect">
            <a:avLst/>
          </a:prstGeom>
          <a:noFill/>
        </p:spPr>
        <p:txBody>
          <a:bodyPr wrap="square" rtlCol="0">
            <a:spAutoFit/>
          </a:bodyPr>
          <a:lstStyle/>
          <a:p>
            <a:pPr algn="ct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記事閲覧</a:t>
            </a: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履歴</a:t>
            </a:r>
          </a:p>
        </p:txBody>
      </p:sp>
      <p:pic>
        <p:nvPicPr>
          <p:cNvPr id="20" name="グラフィックス 19">
            <a:extLst>
              <a:ext uri="{FF2B5EF4-FFF2-40B4-BE49-F238E27FC236}">
                <a16:creationId xmlns:a16="http://schemas.microsoft.com/office/drawing/2014/main" id="{3DC3A2B1-EE7A-255B-E123-D2D79A4E9C8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20455" y="2541116"/>
            <a:ext cx="629105" cy="629105"/>
          </a:xfrm>
          <a:prstGeom prst="rect">
            <a:avLst/>
          </a:prstGeom>
        </p:spPr>
      </p:pic>
      <p:sp>
        <p:nvSpPr>
          <p:cNvPr id="21" name="テキスト ボックス 20">
            <a:extLst>
              <a:ext uri="{FF2B5EF4-FFF2-40B4-BE49-F238E27FC236}">
                <a16:creationId xmlns:a16="http://schemas.microsoft.com/office/drawing/2014/main" id="{0B3B3B73-6367-9B6A-E13D-343EBE183666}"/>
              </a:ext>
            </a:extLst>
          </p:cNvPr>
          <p:cNvSpPr txBox="1"/>
          <p:nvPr/>
        </p:nvSpPr>
        <p:spPr>
          <a:xfrm>
            <a:off x="8640594" y="2651725"/>
            <a:ext cx="2031514" cy="400110"/>
          </a:xfrm>
          <a:prstGeom prst="rect">
            <a:avLst/>
          </a:prstGeom>
          <a:noFill/>
        </p:spPr>
        <p:txBody>
          <a:bodyPr wrap="square" rtlCol="0">
            <a:spAutoFit/>
          </a:bodyPr>
          <a:lstStyle/>
          <a:p>
            <a:pPr algn="ct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いいね履歴</a:t>
            </a:r>
          </a:p>
        </p:txBody>
      </p:sp>
      <p:sp>
        <p:nvSpPr>
          <p:cNvPr id="24" name="テキスト ボックス 23">
            <a:extLst>
              <a:ext uri="{FF2B5EF4-FFF2-40B4-BE49-F238E27FC236}">
                <a16:creationId xmlns:a16="http://schemas.microsoft.com/office/drawing/2014/main" id="{0F7FCFDC-2967-AAB8-70D4-D2F04A074868}"/>
              </a:ext>
            </a:extLst>
          </p:cNvPr>
          <p:cNvSpPr txBox="1"/>
          <p:nvPr/>
        </p:nvSpPr>
        <p:spPr>
          <a:xfrm>
            <a:off x="8640594" y="4695340"/>
            <a:ext cx="2031514" cy="400110"/>
          </a:xfrm>
          <a:prstGeom prst="rect">
            <a:avLst/>
          </a:prstGeom>
          <a:noFill/>
        </p:spPr>
        <p:txBody>
          <a:bodyPr wrap="square" rtlCol="0">
            <a:spAutoFit/>
          </a:bodyPr>
          <a:lstStyle/>
          <a:p>
            <a:pPr algn="ct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購入</a:t>
            </a: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履歴</a:t>
            </a:r>
          </a:p>
        </p:txBody>
      </p:sp>
      <p:pic>
        <p:nvPicPr>
          <p:cNvPr id="26" name="グラフィックス 25">
            <a:extLst>
              <a:ext uri="{FF2B5EF4-FFF2-40B4-BE49-F238E27FC236}">
                <a16:creationId xmlns:a16="http://schemas.microsoft.com/office/drawing/2014/main" id="{9BE0BA90-FC49-E76A-51A6-2E2C4105AFB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15926" y="4555525"/>
            <a:ext cx="658958" cy="658958"/>
          </a:xfrm>
          <a:prstGeom prst="rect">
            <a:avLst/>
          </a:prstGeom>
        </p:spPr>
      </p:pic>
      <p:pic>
        <p:nvPicPr>
          <p:cNvPr id="28" name="グラフィックス 27">
            <a:extLst>
              <a:ext uri="{FF2B5EF4-FFF2-40B4-BE49-F238E27FC236}">
                <a16:creationId xmlns:a16="http://schemas.microsoft.com/office/drawing/2014/main" id="{4CADDBBC-2477-2C32-C0F1-1F14C662880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25485" y="5262460"/>
            <a:ext cx="528447" cy="528447"/>
          </a:xfrm>
          <a:prstGeom prst="rect">
            <a:avLst/>
          </a:prstGeom>
        </p:spPr>
      </p:pic>
      <p:sp>
        <p:nvSpPr>
          <p:cNvPr id="29" name="テキスト ボックス 28">
            <a:extLst>
              <a:ext uri="{FF2B5EF4-FFF2-40B4-BE49-F238E27FC236}">
                <a16:creationId xmlns:a16="http://schemas.microsoft.com/office/drawing/2014/main" id="{CF278266-8D8D-2B32-D752-E233B603BEB2}"/>
              </a:ext>
            </a:extLst>
          </p:cNvPr>
          <p:cNvSpPr txBox="1"/>
          <p:nvPr/>
        </p:nvSpPr>
        <p:spPr>
          <a:xfrm>
            <a:off x="8391045" y="5340728"/>
            <a:ext cx="2530611" cy="400110"/>
          </a:xfrm>
          <a:prstGeom prst="rect">
            <a:avLst/>
          </a:prstGeom>
          <a:noFill/>
        </p:spPr>
        <p:txBody>
          <a:bodyPr wrap="square" rtlCol="0">
            <a:spAutoFit/>
          </a:bodyPr>
          <a:lstStyle/>
          <a:p>
            <a:pPr algn="ct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過去の購入金額</a:t>
            </a:r>
            <a:endPar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pic>
        <p:nvPicPr>
          <p:cNvPr id="31" name="グラフィックス 30">
            <a:extLst>
              <a:ext uri="{FF2B5EF4-FFF2-40B4-BE49-F238E27FC236}">
                <a16:creationId xmlns:a16="http://schemas.microsoft.com/office/drawing/2014/main" id="{E885D5BE-721B-477E-59AD-98851CE925F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85699" y="5819106"/>
            <a:ext cx="656884" cy="656884"/>
          </a:xfrm>
          <a:prstGeom prst="rect">
            <a:avLst/>
          </a:prstGeom>
        </p:spPr>
      </p:pic>
      <p:sp>
        <p:nvSpPr>
          <p:cNvPr id="32" name="テキスト ボックス 31">
            <a:extLst>
              <a:ext uri="{FF2B5EF4-FFF2-40B4-BE49-F238E27FC236}">
                <a16:creationId xmlns:a16="http://schemas.microsoft.com/office/drawing/2014/main" id="{751A94A9-90BC-AAC9-88BF-103793576DDE}"/>
              </a:ext>
            </a:extLst>
          </p:cNvPr>
          <p:cNvSpPr txBox="1"/>
          <p:nvPr/>
        </p:nvSpPr>
        <p:spPr>
          <a:xfrm>
            <a:off x="8629239" y="5862054"/>
            <a:ext cx="2054225" cy="707886"/>
          </a:xfrm>
          <a:prstGeom prst="rect">
            <a:avLst/>
          </a:prstGeom>
          <a:noFill/>
        </p:spPr>
        <p:txBody>
          <a:bodyPr wrap="square" rtlCol="0">
            <a:spAutoFit/>
          </a:bodyPr>
          <a:lstStyle/>
          <a:p>
            <a:pPr algn="ctr"/>
            <a:r>
              <a:rPr kumimoji="1" lang="ja-JP" altLang="en-US" sz="2000" b="1" dirty="0">
                <a:solidFill>
                  <a:srgbClr val="FF000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広告商品の</a:t>
            </a:r>
            <a:br>
              <a:rPr kumimoji="1" lang="en-US" altLang="ja-JP" sz="2000" b="1" dirty="0">
                <a:solidFill>
                  <a:srgbClr val="FF000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br>
            <a:r>
              <a:rPr kumimoji="1" lang="ja-JP" altLang="en-US" sz="2000" b="1" dirty="0">
                <a:solidFill>
                  <a:srgbClr val="FF000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購入有無</a:t>
            </a:r>
          </a:p>
        </p:txBody>
      </p:sp>
      <p:pic>
        <p:nvPicPr>
          <p:cNvPr id="33" name="グラフィックス 32">
            <a:extLst>
              <a:ext uri="{FF2B5EF4-FFF2-40B4-BE49-F238E27FC236}">
                <a16:creationId xmlns:a16="http://schemas.microsoft.com/office/drawing/2014/main" id="{4108D9A0-72A0-CD0C-4FBA-EA5CCB23181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628780" y="5097136"/>
            <a:ext cx="996949" cy="996949"/>
          </a:xfrm>
          <a:prstGeom prst="rect">
            <a:avLst/>
          </a:prstGeom>
        </p:spPr>
      </p:pic>
      <p:pic>
        <p:nvPicPr>
          <p:cNvPr id="34" name="グラフィックス 33">
            <a:extLst>
              <a:ext uri="{FF2B5EF4-FFF2-40B4-BE49-F238E27FC236}">
                <a16:creationId xmlns:a16="http://schemas.microsoft.com/office/drawing/2014/main" id="{4B7E1540-CD44-EF07-D7E9-BE5BCD13C10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628779" y="1710022"/>
            <a:ext cx="996950" cy="996950"/>
          </a:xfrm>
          <a:prstGeom prst="rect">
            <a:avLst/>
          </a:prstGeom>
        </p:spPr>
      </p:pic>
      <p:cxnSp>
        <p:nvCxnSpPr>
          <p:cNvPr id="35" name="直線矢印コネクタ 34">
            <a:extLst>
              <a:ext uri="{FF2B5EF4-FFF2-40B4-BE49-F238E27FC236}">
                <a16:creationId xmlns:a16="http://schemas.microsoft.com/office/drawing/2014/main" id="{249A4D04-588F-C6F3-A4B2-F76A79ED3789}"/>
              </a:ext>
            </a:extLst>
          </p:cNvPr>
          <p:cNvCxnSpPr>
            <a:cxnSpLocks/>
          </p:cNvCxnSpPr>
          <p:nvPr/>
        </p:nvCxnSpPr>
        <p:spPr>
          <a:xfrm flipV="1">
            <a:off x="8089216" y="3410009"/>
            <a:ext cx="0" cy="920249"/>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181CE605-4F89-F2A6-4F76-624414EDFDB1}"/>
              </a:ext>
            </a:extLst>
          </p:cNvPr>
          <p:cNvCxnSpPr>
            <a:cxnSpLocks/>
          </p:cNvCxnSpPr>
          <p:nvPr/>
        </p:nvCxnSpPr>
        <p:spPr>
          <a:xfrm>
            <a:off x="9996080" y="3346634"/>
            <a:ext cx="0" cy="104700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566FB646-E36D-09E7-104C-1ED77E64E5DA}"/>
              </a:ext>
            </a:extLst>
          </p:cNvPr>
          <p:cNvSpPr txBox="1"/>
          <p:nvPr/>
        </p:nvSpPr>
        <p:spPr>
          <a:xfrm>
            <a:off x="9789944" y="3557970"/>
            <a:ext cx="2031514" cy="707886"/>
          </a:xfrm>
          <a:prstGeom prst="rect">
            <a:avLst/>
          </a:prstGeom>
          <a:noFill/>
        </p:spPr>
        <p:txBody>
          <a:bodyPr wrap="square" rtlCol="0">
            <a:spAutoFit/>
          </a:bodyPr>
          <a:lstStyle/>
          <a:p>
            <a:pPr algn="ctr"/>
            <a:r>
              <a:rPr kumimoji="1" lang="ja-JP" altLang="en-US" sz="2000" b="1" dirty="0">
                <a:solidFill>
                  <a:srgbClr val="00B05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中間表現</a:t>
            </a:r>
            <a:endParaRPr kumimoji="1" lang="en-US" altLang="ja-JP" sz="2000" b="1" dirty="0">
              <a:solidFill>
                <a:srgbClr val="00B05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lang="ja-JP" altLang="en-US" sz="2000" b="1" dirty="0">
                <a:solidFill>
                  <a:srgbClr val="00B05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送信</a:t>
            </a:r>
            <a:endParaRPr kumimoji="1" lang="ja-JP" altLang="en-US" sz="2000" b="1" dirty="0">
              <a:solidFill>
                <a:srgbClr val="00B05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sp>
        <p:nvSpPr>
          <p:cNvPr id="42" name="テキスト ボックス 41">
            <a:extLst>
              <a:ext uri="{FF2B5EF4-FFF2-40B4-BE49-F238E27FC236}">
                <a16:creationId xmlns:a16="http://schemas.microsoft.com/office/drawing/2014/main" id="{2817B4BB-6BF1-089E-20AE-52DDC7ECF2D6}"/>
              </a:ext>
            </a:extLst>
          </p:cNvPr>
          <p:cNvSpPr txBox="1"/>
          <p:nvPr/>
        </p:nvSpPr>
        <p:spPr>
          <a:xfrm>
            <a:off x="6901003" y="3557970"/>
            <a:ext cx="1031093" cy="707886"/>
          </a:xfrm>
          <a:prstGeom prst="rect">
            <a:avLst/>
          </a:prstGeom>
          <a:noFill/>
        </p:spPr>
        <p:txBody>
          <a:bodyPr wrap="square" rtlCol="0">
            <a:spAutoFit/>
          </a:bodyPr>
          <a:lstStyle/>
          <a:p>
            <a:pPr algn="ctr"/>
            <a:r>
              <a:rPr kumimoji="1" lang="ja-JP" altLang="en-US" sz="2000" b="1" dirty="0">
                <a:solidFill>
                  <a:schemeClr val="accent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勾配</a:t>
            </a:r>
            <a:endParaRPr kumimoji="1" lang="en-US" altLang="ja-JP" sz="2000" b="1" dirty="0">
              <a:solidFill>
                <a:schemeClr val="accent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lang="ja-JP" altLang="en-US" sz="2000" b="1" dirty="0">
                <a:solidFill>
                  <a:schemeClr val="accent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送信</a:t>
            </a:r>
            <a:endParaRPr kumimoji="1" lang="ja-JP" altLang="en-US" sz="2000" b="1" dirty="0">
              <a:solidFill>
                <a:schemeClr val="accent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pic>
        <p:nvPicPr>
          <p:cNvPr id="43" name="グラフィックス 42" descr="チェックマークの付いた盾 単色塗りつぶし">
            <a:extLst>
              <a:ext uri="{FF2B5EF4-FFF2-40B4-BE49-F238E27FC236}">
                <a16:creationId xmlns:a16="http://schemas.microsoft.com/office/drawing/2014/main" id="{5B57BFD8-0CDF-1893-F89E-59206351E07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585448" y="3364872"/>
            <a:ext cx="914400" cy="914400"/>
          </a:xfrm>
          <a:prstGeom prst="rect">
            <a:avLst/>
          </a:prstGeom>
        </p:spPr>
      </p:pic>
    </p:spTree>
    <p:extLst>
      <p:ext uri="{BB962C8B-B14F-4D97-AF65-F5344CB8AC3E}">
        <p14:creationId xmlns:p14="http://schemas.microsoft.com/office/powerpoint/2010/main" val="228986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A198766-8A7D-4743-008D-82338E45CF40}"/>
              </a:ext>
            </a:extLst>
          </p:cNvPr>
          <p:cNvSpPr>
            <a:spLocks noGrp="1"/>
          </p:cNvSpPr>
          <p:nvPr>
            <p:ph idx="1"/>
          </p:nvPr>
        </p:nvSpPr>
        <p:spPr>
          <a:xfrm>
            <a:off x="609600" y="1481333"/>
            <a:ext cx="5372100" cy="2855717"/>
          </a:xfrm>
        </p:spPr>
        <p:txBody>
          <a:bodyPr/>
          <a:lstStyle/>
          <a:p>
            <a:r>
              <a:rPr lang="ja-JP" altLang="en-US" dirty="0"/>
              <a:t>水平連合学習</a:t>
            </a:r>
            <a:endParaRPr lang="en-US" altLang="ja-JP" dirty="0"/>
          </a:p>
          <a:p>
            <a:pPr lvl="1"/>
            <a:r>
              <a:rPr kumimoji="1" lang="ja-JP" altLang="en-US" dirty="0"/>
              <a:t>同じようなデータを</a:t>
            </a:r>
            <a:br>
              <a:rPr kumimoji="1" lang="en-US" altLang="ja-JP" dirty="0"/>
            </a:br>
            <a:r>
              <a:rPr kumimoji="1" lang="ja-JP" altLang="en-US" dirty="0"/>
              <a:t>持つ人・ものって</a:t>
            </a:r>
            <a:r>
              <a:rPr lang="ja-JP" altLang="en-US" dirty="0"/>
              <a:t>何</a:t>
            </a:r>
            <a:r>
              <a:rPr kumimoji="1" lang="ja-JP" altLang="en-US" dirty="0"/>
              <a:t>だろう？</a:t>
            </a:r>
            <a:endParaRPr kumimoji="1" lang="en-US" altLang="ja-JP" dirty="0"/>
          </a:p>
          <a:p>
            <a:pPr lvl="1"/>
            <a:r>
              <a:rPr kumimoji="1" lang="ja-JP" altLang="en-US" dirty="0"/>
              <a:t>データ数を増やしたら</a:t>
            </a:r>
            <a:br>
              <a:rPr kumimoji="1" lang="en-US" altLang="ja-JP" dirty="0"/>
            </a:br>
            <a:r>
              <a:rPr kumimoji="1" lang="ja-JP" altLang="en-US" dirty="0"/>
              <a:t>どんな事がわかって嬉しい？</a:t>
            </a:r>
          </a:p>
        </p:txBody>
      </p:sp>
      <p:sp>
        <p:nvSpPr>
          <p:cNvPr id="3" name="タイトル 2">
            <a:extLst>
              <a:ext uri="{FF2B5EF4-FFF2-40B4-BE49-F238E27FC236}">
                <a16:creationId xmlns:a16="http://schemas.microsoft.com/office/drawing/2014/main" id="{3A209D6B-1D6E-1265-68B5-4620A8C2EF05}"/>
              </a:ext>
            </a:extLst>
          </p:cNvPr>
          <p:cNvSpPr>
            <a:spLocks noGrp="1"/>
          </p:cNvSpPr>
          <p:nvPr>
            <p:ph type="title"/>
          </p:nvPr>
        </p:nvSpPr>
        <p:spPr/>
        <p:txBody>
          <a:bodyPr/>
          <a:lstStyle/>
          <a:p>
            <a:r>
              <a:rPr kumimoji="1" lang="ja-JP" altLang="en-US" dirty="0"/>
              <a:t>連合学習の新しい活用法を考えよう</a:t>
            </a:r>
          </a:p>
        </p:txBody>
      </p:sp>
      <p:sp>
        <p:nvSpPr>
          <p:cNvPr id="4" name="コンテンツ プレースホルダー 1">
            <a:extLst>
              <a:ext uri="{FF2B5EF4-FFF2-40B4-BE49-F238E27FC236}">
                <a16:creationId xmlns:a16="http://schemas.microsoft.com/office/drawing/2014/main" id="{E3C5E445-AA24-A75E-FDDC-2DD58098C0EF}"/>
              </a:ext>
            </a:extLst>
          </p:cNvPr>
          <p:cNvSpPr txBox="1">
            <a:spLocks/>
          </p:cNvSpPr>
          <p:nvPr/>
        </p:nvSpPr>
        <p:spPr>
          <a:xfrm>
            <a:off x="6210300" y="1481333"/>
            <a:ext cx="5372100" cy="2855718"/>
          </a:xfrm>
          <a:prstGeom prst="rect">
            <a:avLst/>
          </a:prstGeom>
        </p:spPr>
        <p:txBody>
          <a:bodyPr vert="horz">
            <a:normAutofit/>
          </a:bodyPr>
          <a:lstStyle>
            <a:lvl1pPr marL="274320" indent="-192024" algn="l" rtl="0" eaLnBrk="1" latinLnBrk="0" hangingPunct="1">
              <a:spcBef>
                <a:spcPts val="300"/>
              </a:spcBef>
              <a:spcAft>
                <a:spcPts val="0"/>
              </a:spcAft>
              <a:buClr>
                <a:schemeClr val="accent1"/>
              </a:buClr>
              <a:buSzPct val="68000"/>
              <a:buFont typeface="Wingdings 3"/>
              <a:buChar char=""/>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1pPr>
            <a:lvl2pPr marL="466344" indent="-171450" algn="l" rtl="0" eaLnBrk="1" latinLnBrk="0" hangingPunct="1">
              <a:spcBef>
                <a:spcPts val="243"/>
              </a:spcBef>
              <a:buClr>
                <a:schemeClr val="accent1"/>
              </a:buClr>
              <a:buSzPct val="85000"/>
              <a:buFont typeface="Wingdings" panose="05000000000000000000" pitchFamily="2" charset="2"/>
              <a:buChar char="l"/>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2pPr>
            <a:lvl3pPr marL="644652" indent="-171450" algn="l" rtl="0" eaLnBrk="1" latinLnBrk="0" hangingPunct="1">
              <a:spcBef>
                <a:spcPts val="263"/>
              </a:spcBef>
              <a:buClr>
                <a:srgbClr val="00B0F0"/>
              </a:buClr>
              <a:buSzPct val="100000"/>
              <a:buFont typeface="Wingdings 2" panose="05020102010507070707" pitchFamily="18" charset="2"/>
              <a:buChar char=""/>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3pPr>
            <a:lvl4pPr marL="857250" indent="-171450" algn="l" rtl="0" eaLnBrk="1" latinLnBrk="0" hangingPunct="1">
              <a:spcBef>
                <a:spcPts val="263"/>
              </a:spcBef>
              <a:buClr>
                <a:srgbClr val="00B0F0"/>
              </a:buClr>
              <a:buFont typeface="Wingdings 2"/>
              <a:buChar char=""/>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4pPr>
            <a:lvl5pPr marL="1028700" indent="-171450" algn="l" rtl="0" eaLnBrk="1" latinLnBrk="0" hangingPunct="1">
              <a:spcBef>
                <a:spcPts val="263"/>
              </a:spcBef>
              <a:buClr>
                <a:srgbClr val="00B0F0"/>
              </a:buClr>
              <a:buFont typeface="Wingdings 2"/>
              <a:buChar char=""/>
              <a:defRPr kumimoji="1" sz="2800" kern="1200">
                <a:solidFill>
                  <a:srgbClr val="333333"/>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defRPr>
            </a:lvl5pPr>
            <a:lvl6pPr marL="1200150" indent="-171450" algn="l" rtl="0" eaLnBrk="1" latinLnBrk="0" hangingPunct="1">
              <a:spcBef>
                <a:spcPts val="263"/>
              </a:spcBef>
              <a:buClr>
                <a:schemeClr val="accent3"/>
              </a:buClr>
              <a:buFont typeface="Wingdings 2"/>
              <a:buChar char=""/>
              <a:defRPr kumimoji="1" sz="1350" kern="1200">
                <a:solidFill>
                  <a:schemeClr val="tx1"/>
                </a:solidFill>
                <a:latin typeface="+mn-lt"/>
                <a:ea typeface="+mn-ea"/>
                <a:cs typeface="+mn-cs"/>
              </a:defRPr>
            </a:lvl6pPr>
            <a:lvl7pPr marL="1371600" indent="-171450" algn="l" rtl="0" eaLnBrk="1" latinLnBrk="0" hangingPunct="1">
              <a:spcBef>
                <a:spcPts val="263"/>
              </a:spcBef>
              <a:buClr>
                <a:schemeClr val="accent3"/>
              </a:buClr>
              <a:buFont typeface="Wingdings 2"/>
              <a:buChar char=""/>
              <a:defRPr kumimoji="1" sz="1200" kern="1200">
                <a:solidFill>
                  <a:schemeClr val="tx1"/>
                </a:solidFill>
                <a:latin typeface="+mn-lt"/>
                <a:ea typeface="+mn-ea"/>
                <a:cs typeface="+mn-cs"/>
              </a:defRPr>
            </a:lvl7pPr>
            <a:lvl8pPr marL="1543050" indent="-171450" algn="l" rtl="0" eaLnBrk="1" latinLnBrk="0" hangingPunct="1">
              <a:spcBef>
                <a:spcPts val="263"/>
              </a:spcBef>
              <a:buClr>
                <a:schemeClr val="accent3"/>
              </a:buClr>
              <a:buFont typeface="Wingdings 2"/>
              <a:buChar char=""/>
              <a:defRPr kumimoji="1" sz="1200" kern="1200">
                <a:solidFill>
                  <a:schemeClr val="tx1"/>
                </a:solidFill>
                <a:latin typeface="+mn-lt"/>
                <a:ea typeface="+mn-ea"/>
                <a:cs typeface="+mn-cs"/>
              </a:defRPr>
            </a:lvl8pPr>
            <a:lvl9pPr marL="1714500" indent="-171450" algn="l" rtl="0" eaLnBrk="1" latinLnBrk="0" hangingPunct="1">
              <a:spcBef>
                <a:spcPts val="263"/>
              </a:spcBef>
              <a:buClr>
                <a:schemeClr val="accent3"/>
              </a:buClr>
              <a:buFont typeface="Wingdings 2"/>
              <a:buChar char=""/>
              <a:defRPr kumimoji="1" sz="1200" kern="1200" baseline="0">
                <a:solidFill>
                  <a:schemeClr val="tx1"/>
                </a:solidFill>
                <a:latin typeface="+mn-lt"/>
                <a:ea typeface="+mn-ea"/>
                <a:cs typeface="+mn-cs"/>
              </a:defRPr>
            </a:lvl9pPr>
            <a:extLst/>
          </a:lstStyle>
          <a:p>
            <a:r>
              <a:rPr lang="ja-JP" altLang="en-US" dirty="0"/>
              <a:t>垂直連合学習</a:t>
            </a:r>
            <a:endParaRPr lang="en-US" altLang="ja-JP" dirty="0"/>
          </a:p>
          <a:p>
            <a:pPr lvl="1"/>
            <a:r>
              <a:rPr lang="ja-JP" altLang="en-US" dirty="0"/>
              <a:t>意外な組合せ</a:t>
            </a:r>
            <a:endParaRPr lang="en-US" altLang="ja-JP" dirty="0"/>
          </a:p>
          <a:p>
            <a:pPr lvl="2"/>
            <a:r>
              <a:rPr lang="ja-JP" altLang="en-US" dirty="0"/>
              <a:t>学習塾と薬局、八百屋と</a:t>
            </a:r>
            <a:r>
              <a:rPr lang="en-US" altLang="ja-JP" dirty="0"/>
              <a:t>…</a:t>
            </a:r>
          </a:p>
          <a:p>
            <a:pPr lvl="1"/>
            <a:r>
              <a:rPr lang="ja-JP" altLang="en-US" dirty="0"/>
              <a:t>協力するとわかる、今まで</a:t>
            </a:r>
            <a:br>
              <a:rPr lang="en-US" altLang="ja-JP" dirty="0"/>
            </a:br>
            <a:r>
              <a:rPr lang="ja-JP" altLang="en-US" dirty="0"/>
              <a:t>わからなかった知見は何？</a:t>
            </a:r>
          </a:p>
        </p:txBody>
      </p:sp>
      <p:sp>
        <p:nvSpPr>
          <p:cNvPr id="5" name="テキスト ボックス 4">
            <a:extLst>
              <a:ext uri="{FF2B5EF4-FFF2-40B4-BE49-F238E27FC236}">
                <a16:creationId xmlns:a16="http://schemas.microsoft.com/office/drawing/2014/main" id="{BB577286-891C-29BA-C0D8-369863041D95}"/>
              </a:ext>
            </a:extLst>
          </p:cNvPr>
          <p:cNvSpPr txBox="1"/>
          <p:nvPr/>
        </p:nvSpPr>
        <p:spPr>
          <a:xfrm>
            <a:off x="342943" y="4042359"/>
            <a:ext cx="3025847" cy="461665"/>
          </a:xfrm>
          <a:prstGeom prst="rect">
            <a:avLst/>
          </a:prstGeom>
          <a:noFill/>
        </p:spPr>
        <p:txBody>
          <a:bodyPr wrap="square" rtlCol="0">
            <a:spAutoFit/>
          </a:bodyPr>
          <a:lstStyle/>
          <a:p>
            <a:pPr algn="ctr"/>
            <a:r>
              <a:rPr kumimoji="1" lang="ja-JP" altLang="en-US" sz="24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アイデアのまとめ方</a:t>
            </a:r>
          </a:p>
        </p:txBody>
      </p:sp>
      <p:pic>
        <p:nvPicPr>
          <p:cNvPr id="7" name="グラフィックス 6">
            <a:extLst>
              <a:ext uri="{FF2B5EF4-FFF2-40B4-BE49-F238E27FC236}">
                <a16:creationId xmlns:a16="http://schemas.microsoft.com/office/drawing/2014/main" id="{DDE6DB24-153A-2C69-C32A-4828D3D303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9522" y="4578545"/>
            <a:ext cx="1301750" cy="1301750"/>
          </a:xfrm>
          <a:prstGeom prst="rect">
            <a:avLst/>
          </a:prstGeom>
        </p:spPr>
      </p:pic>
      <p:sp>
        <p:nvSpPr>
          <p:cNvPr id="8" name="テキスト ボックス 7">
            <a:extLst>
              <a:ext uri="{FF2B5EF4-FFF2-40B4-BE49-F238E27FC236}">
                <a16:creationId xmlns:a16="http://schemas.microsoft.com/office/drawing/2014/main" id="{06A7088E-8C8C-9F75-FE1D-558B849981EA}"/>
              </a:ext>
            </a:extLst>
          </p:cNvPr>
          <p:cNvSpPr txBox="1"/>
          <p:nvPr/>
        </p:nvSpPr>
        <p:spPr>
          <a:xfrm>
            <a:off x="100145" y="4624832"/>
            <a:ext cx="1755722" cy="1015663"/>
          </a:xfrm>
          <a:prstGeom prst="rect">
            <a:avLst/>
          </a:prstGeom>
          <a:noFill/>
        </p:spPr>
        <p:txBody>
          <a:bodyPr wrap="square" rtlCol="0">
            <a:spAutoFit/>
          </a:bodyPr>
          <a:lstStyle/>
          <a:p>
            <a:pPr algn="ct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①</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協力する</a:t>
            </a:r>
            <a:br>
              <a:rPr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b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人やものは？</a:t>
            </a:r>
            <a:endPar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sp>
        <p:nvSpPr>
          <p:cNvPr id="9" name="矢印: 右 8">
            <a:extLst>
              <a:ext uri="{FF2B5EF4-FFF2-40B4-BE49-F238E27FC236}">
                <a16:creationId xmlns:a16="http://schemas.microsoft.com/office/drawing/2014/main" id="{F6CCCB60-0CC8-E450-0C5E-64344CF4EC72}"/>
              </a:ext>
            </a:extLst>
          </p:cNvPr>
          <p:cNvSpPr/>
          <p:nvPr/>
        </p:nvSpPr>
        <p:spPr>
          <a:xfrm>
            <a:off x="3151498" y="4962720"/>
            <a:ext cx="508000" cy="5334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25F812F1-2F68-5157-12C6-6F858BDD700A}"/>
              </a:ext>
            </a:extLst>
          </p:cNvPr>
          <p:cNvSpPr txBox="1"/>
          <p:nvPr/>
        </p:nvSpPr>
        <p:spPr>
          <a:xfrm>
            <a:off x="3521147" y="4212062"/>
            <a:ext cx="2072548" cy="1015663"/>
          </a:xfrm>
          <a:prstGeom prst="rect">
            <a:avLst/>
          </a:prstGeom>
          <a:noFill/>
        </p:spPr>
        <p:txBody>
          <a:bodyPr wrap="square" rtlCol="0">
            <a:spAutoFit/>
          </a:bodyPr>
          <a:lstStyle/>
          <a:p>
            <a:pPr algn="ct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②</a:t>
            </a:r>
            <a:endParaRPr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どんなデータを集める？</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pic>
        <p:nvPicPr>
          <p:cNvPr id="12" name="グラフィックス 11">
            <a:extLst>
              <a:ext uri="{FF2B5EF4-FFF2-40B4-BE49-F238E27FC236}">
                <a16:creationId xmlns:a16="http://schemas.microsoft.com/office/drawing/2014/main" id="{392A8721-95B9-71F6-41E5-67B57D290B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48602" y="5132663"/>
            <a:ext cx="1417638" cy="1417638"/>
          </a:xfrm>
          <a:prstGeom prst="rect">
            <a:avLst/>
          </a:prstGeom>
        </p:spPr>
      </p:pic>
      <p:sp>
        <p:nvSpPr>
          <p:cNvPr id="13" name="矢印: 右 12">
            <a:extLst>
              <a:ext uri="{FF2B5EF4-FFF2-40B4-BE49-F238E27FC236}">
                <a16:creationId xmlns:a16="http://schemas.microsoft.com/office/drawing/2014/main" id="{DD2D9891-C123-B1C4-68A4-8C51CA65E4D4}"/>
              </a:ext>
            </a:extLst>
          </p:cNvPr>
          <p:cNvSpPr/>
          <p:nvPr/>
        </p:nvSpPr>
        <p:spPr>
          <a:xfrm>
            <a:off x="5533698" y="4962720"/>
            <a:ext cx="508000" cy="5334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2B21AC0C-FBA4-2ABC-20D7-53BD4D1E1704}"/>
              </a:ext>
            </a:extLst>
          </p:cNvPr>
          <p:cNvSpPr txBox="1"/>
          <p:nvPr/>
        </p:nvSpPr>
        <p:spPr>
          <a:xfrm>
            <a:off x="6096000" y="4213737"/>
            <a:ext cx="2356380" cy="1015663"/>
          </a:xfrm>
          <a:prstGeom prst="rect">
            <a:avLst/>
          </a:prstGeom>
          <a:noFill/>
        </p:spPr>
        <p:txBody>
          <a:bodyPr wrap="square" rtlCol="0">
            <a:spAutoFit/>
          </a:bodyPr>
          <a:lstStyle/>
          <a:p>
            <a:pPr algn="ct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③</a:t>
            </a:r>
            <a:endParaRPr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どんなことが</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わかって嬉しい</a:t>
            </a: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pic>
        <p:nvPicPr>
          <p:cNvPr id="16" name="グラフィックス 15">
            <a:extLst>
              <a:ext uri="{FF2B5EF4-FFF2-40B4-BE49-F238E27FC236}">
                <a16:creationId xmlns:a16="http://schemas.microsoft.com/office/drawing/2014/main" id="{B62928BE-3E30-79B6-D1C4-50CD14C826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1105" y="5320359"/>
            <a:ext cx="1015664" cy="1015664"/>
          </a:xfrm>
          <a:prstGeom prst="rect">
            <a:avLst/>
          </a:prstGeom>
        </p:spPr>
      </p:pic>
      <p:pic>
        <p:nvPicPr>
          <p:cNvPr id="18" name="グラフィックス 17">
            <a:extLst>
              <a:ext uri="{FF2B5EF4-FFF2-40B4-BE49-F238E27FC236}">
                <a16:creationId xmlns:a16="http://schemas.microsoft.com/office/drawing/2014/main" id="{30979BF1-4350-1B9B-0631-8F26EDA9D2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33570" y="5376667"/>
            <a:ext cx="1015663" cy="1015663"/>
          </a:xfrm>
          <a:prstGeom prst="rect">
            <a:avLst/>
          </a:prstGeom>
        </p:spPr>
      </p:pic>
      <p:sp>
        <p:nvSpPr>
          <p:cNvPr id="19" name="矢印: 右 18">
            <a:extLst>
              <a:ext uri="{FF2B5EF4-FFF2-40B4-BE49-F238E27FC236}">
                <a16:creationId xmlns:a16="http://schemas.microsoft.com/office/drawing/2014/main" id="{F7806129-0638-BD41-271B-B2D57EC701B6}"/>
              </a:ext>
            </a:extLst>
          </p:cNvPr>
          <p:cNvSpPr/>
          <p:nvPr/>
        </p:nvSpPr>
        <p:spPr>
          <a:xfrm>
            <a:off x="8544252" y="4962720"/>
            <a:ext cx="508000" cy="5334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4568C20D-C243-BAA6-D4E8-34D85220892B}"/>
              </a:ext>
            </a:extLst>
          </p:cNvPr>
          <p:cNvSpPr txBox="1"/>
          <p:nvPr/>
        </p:nvSpPr>
        <p:spPr>
          <a:xfrm>
            <a:off x="8680980" y="4193732"/>
            <a:ext cx="2356380" cy="1015663"/>
          </a:xfrm>
          <a:prstGeom prst="rect">
            <a:avLst/>
          </a:prstGeom>
          <a:noFill/>
        </p:spPr>
        <p:txBody>
          <a:bodyPr wrap="square" rtlCol="0">
            <a:spAutoFit/>
          </a:bodyPr>
          <a:lstStyle/>
          <a:p>
            <a:pPr algn="ctr"/>
            <a:r>
              <a:rPr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④</a:t>
            </a:r>
            <a:endParaRPr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どんなことが</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課題になる？</a:t>
            </a:r>
            <a:endParaRPr kumimoji="1" lang="en-US" altLang="ja-JP" sz="2000" b="1" dirty="0">
              <a:solidFill>
                <a:srgbClr val="212121"/>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sp>
        <p:nvSpPr>
          <p:cNvPr id="21" name="思考の吹き出し: 雲形 20">
            <a:extLst>
              <a:ext uri="{FF2B5EF4-FFF2-40B4-BE49-F238E27FC236}">
                <a16:creationId xmlns:a16="http://schemas.microsoft.com/office/drawing/2014/main" id="{853A78D8-813D-39EA-9471-CC103C72020B}"/>
              </a:ext>
            </a:extLst>
          </p:cNvPr>
          <p:cNvSpPr/>
          <p:nvPr/>
        </p:nvSpPr>
        <p:spPr>
          <a:xfrm>
            <a:off x="8954849" y="5202584"/>
            <a:ext cx="3039603" cy="797705"/>
          </a:xfrm>
          <a:prstGeom prst="cloudCallout">
            <a:avLst>
              <a:gd name="adj1" fmla="val -46431"/>
              <a:gd name="adj2" fmla="val 48836"/>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333333"/>
                </a:solidFill>
                <a:latin typeface="UD デジタル 教科書体 NP-R" panose="02020400000000000000" pitchFamily="18" charset="-128"/>
                <a:ea typeface="UD デジタル 教科書体 NP-R" panose="02020400000000000000" pitchFamily="18" charset="-128"/>
              </a:rPr>
              <a:t>データ漏洩してないか不安</a:t>
            </a:r>
            <a:r>
              <a:rPr kumimoji="1" lang="en-US" altLang="ja-JP" dirty="0">
                <a:solidFill>
                  <a:srgbClr val="333333"/>
                </a:solidFill>
                <a:latin typeface="UD デジタル 教科書体 NP-R" panose="02020400000000000000" pitchFamily="18" charset="-128"/>
                <a:ea typeface="UD デジタル 教科書体 NP-R" panose="02020400000000000000" pitchFamily="18" charset="-128"/>
              </a:rPr>
              <a:t>…</a:t>
            </a:r>
            <a:endParaRPr kumimoji="1" lang="ja-JP" altLang="en-US" dirty="0">
              <a:solidFill>
                <a:srgbClr val="333333"/>
              </a:solidFill>
              <a:latin typeface="UD デジタル 教科書体 NP-R" panose="02020400000000000000" pitchFamily="18" charset="-128"/>
              <a:ea typeface="UD デジタル 教科書体 NP-R" panose="02020400000000000000" pitchFamily="18" charset="-128"/>
            </a:endParaRPr>
          </a:p>
        </p:txBody>
      </p:sp>
      <p:sp>
        <p:nvSpPr>
          <p:cNvPr id="22" name="矢印: 右 21">
            <a:extLst>
              <a:ext uri="{FF2B5EF4-FFF2-40B4-BE49-F238E27FC236}">
                <a16:creationId xmlns:a16="http://schemas.microsoft.com/office/drawing/2014/main" id="{E7D55367-EC5D-DE63-9811-ECFCF6B2428D}"/>
              </a:ext>
            </a:extLst>
          </p:cNvPr>
          <p:cNvSpPr/>
          <p:nvPr/>
        </p:nvSpPr>
        <p:spPr>
          <a:xfrm>
            <a:off x="10721432" y="4624832"/>
            <a:ext cx="403255" cy="423418"/>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D14F5209-A484-776A-EB37-A9DD188FD54E}"/>
              </a:ext>
            </a:extLst>
          </p:cNvPr>
          <p:cNvSpPr txBox="1"/>
          <p:nvPr/>
        </p:nvSpPr>
        <p:spPr>
          <a:xfrm>
            <a:off x="11092704" y="4482598"/>
            <a:ext cx="1169460" cy="707886"/>
          </a:xfrm>
          <a:prstGeom prst="rect">
            <a:avLst/>
          </a:prstGeom>
          <a:noFill/>
        </p:spPr>
        <p:txBody>
          <a:bodyPr wrap="square" rtlCol="0">
            <a:spAutoFit/>
          </a:bodyPr>
          <a:lstStyle/>
          <a:p>
            <a:pPr algn="ctr"/>
            <a:r>
              <a:rPr kumimoji="1" lang="ja-JP" altLang="en-US" sz="2000" b="1" dirty="0">
                <a:solidFill>
                  <a:srgbClr val="FF000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研究の</a:t>
            </a:r>
            <a:endParaRPr kumimoji="1" lang="en-US" altLang="ja-JP" sz="2000" b="1" dirty="0">
              <a:solidFill>
                <a:srgbClr val="FF000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a:p>
            <a:pPr algn="ctr"/>
            <a:r>
              <a:rPr kumimoji="1" lang="ja-JP" altLang="en-US" sz="2000" b="1" dirty="0">
                <a:solidFill>
                  <a:srgbClr val="FF000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rPr>
              <a:t>始まり</a:t>
            </a:r>
            <a:endParaRPr kumimoji="1" lang="en-US" altLang="ja-JP" sz="2000" b="1" dirty="0">
              <a:solidFill>
                <a:srgbClr val="FF0000"/>
              </a:solidFill>
              <a:latin typeface="UD デジタル 教科書体 NP-R" panose="02020400000000000000" pitchFamily="18" charset="-128"/>
              <a:ea typeface="UD デジタル 教科書体 NP-R" panose="02020400000000000000" pitchFamily="18" charset="-128"/>
              <a:cs typeface="Times New Roman" panose="02020603050405020304" pitchFamily="18" charset="0"/>
            </a:endParaRPr>
          </a:p>
        </p:txBody>
      </p:sp>
      <p:sp>
        <p:nvSpPr>
          <p:cNvPr id="24" name="思考の吹き出し: 雲形 23">
            <a:extLst>
              <a:ext uri="{FF2B5EF4-FFF2-40B4-BE49-F238E27FC236}">
                <a16:creationId xmlns:a16="http://schemas.microsoft.com/office/drawing/2014/main" id="{1B99F7CC-5998-7FCE-2BB7-3E957F847A26}"/>
              </a:ext>
            </a:extLst>
          </p:cNvPr>
          <p:cNvSpPr/>
          <p:nvPr/>
        </p:nvSpPr>
        <p:spPr>
          <a:xfrm>
            <a:off x="9052252" y="5993477"/>
            <a:ext cx="2844799" cy="797705"/>
          </a:xfrm>
          <a:prstGeom prst="cloudCallout">
            <a:avLst>
              <a:gd name="adj1" fmla="val -46431"/>
              <a:gd name="adj2" fmla="val 48836"/>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rgbClr val="333333"/>
                </a:solidFill>
                <a:latin typeface="UD デジタル 教科書体 NP-R" panose="02020400000000000000" pitchFamily="18" charset="-128"/>
                <a:ea typeface="UD デジタル 教科書体 NP-R" panose="02020400000000000000" pitchFamily="18" charset="-128"/>
              </a:rPr>
              <a:t>データの準備が大変</a:t>
            </a:r>
            <a:r>
              <a:rPr kumimoji="1" lang="en-US" altLang="ja-JP" dirty="0">
                <a:solidFill>
                  <a:srgbClr val="333333"/>
                </a:solidFill>
                <a:latin typeface="UD デジタル 教科書体 NP-R" panose="02020400000000000000" pitchFamily="18" charset="-128"/>
                <a:ea typeface="UD デジタル 教科書体 NP-R" panose="02020400000000000000" pitchFamily="18" charset="-128"/>
              </a:rPr>
              <a:t>…</a:t>
            </a:r>
            <a:endParaRPr kumimoji="1" lang="ja-JP" altLang="en-US" dirty="0">
              <a:solidFill>
                <a:srgbClr val="333333"/>
              </a:solidFill>
              <a:latin typeface="UD デジタル 教科書体 NP-R" panose="02020400000000000000" pitchFamily="18" charset="-128"/>
              <a:ea typeface="UD デジタル 教科書体 NP-R" panose="02020400000000000000" pitchFamily="18" charset="-128"/>
            </a:endParaRPr>
          </a:p>
        </p:txBody>
      </p:sp>
    </p:spTree>
    <p:extLst>
      <p:ext uri="{BB962C8B-B14F-4D97-AF65-F5344CB8AC3E}">
        <p14:creationId xmlns:p14="http://schemas.microsoft.com/office/powerpoint/2010/main" val="32520357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ビジネス">
  <a:themeElements>
    <a:clrScheme name="ビジネス">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ビジネス">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ビジネス">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輪講01</Template>
  <TotalTime>24068</TotalTime>
  <Words>1585</Words>
  <Application>Microsoft Office PowerPoint</Application>
  <PresentationFormat>ワイド画面</PresentationFormat>
  <Paragraphs>382</Paragraphs>
  <Slides>13</Slides>
  <Notes>6</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13</vt:i4>
      </vt:variant>
    </vt:vector>
  </HeadingPairs>
  <TitlesOfParts>
    <vt:vector size="22" baseType="lpstr">
      <vt:lpstr>UD デジタル 教科書体 NP-R</vt:lpstr>
      <vt:lpstr>游ゴシック</vt:lpstr>
      <vt:lpstr>Arial</vt:lpstr>
      <vt:lpstr>Lucida Sans Unicode</vt:lpstr>
      <vt:lpstr>Times New Roman</vt:lpstr>
      <vt:lpstr>Wingdings</vt:lpstr>
      <vt:lpstr>Wingdings 2</vt:lpstr>
      <vt:lpstr>Wingdings 3</vt:lpstr>
      <vt:lpstr>ビジネス</vt:lpstr>
      <vt:lpstr>連合学習</vt:lpstr>
      <vt:lpstr>連合学習とは</vt:lpstr>
      <vt:lpstr>なぜ、連合学習が必要なのか</vt:lpstr>
      <vt:lpstr>なぜ、連合学習が必要なのか</vt:lpstr>
      <vt:lpstr>連合学習の流れ</vt:lpstr>
      <vt:lpstr>連合学習のメリット</vt:lpstr>
      <vt:lpstr>連合学習の分類</vt:lpstr>
      <vt:lpstr>水平連合学習</vt:lpstr>
      <vt:lpstr>水平連合学習の応用例</vt:lpstr>
      <vt:lpstr>垂直連合学習</vt:lpstr>
      <vt:lpstr>水平・垂直連合学習の違い</vt:lpstr>
      <vt:lpstr>垂直連合学習の応用例</vt:lpstr>
      <vt:lpstr>連合学習の新しい活用法を考えよう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進捗発表</dc:title>
  <dc:creator>巧弥 東條</dc:creator>
  <cp:lastModifiedBy>東條　巧弥</cp:lastModifiedBy>
  <cp:revision>297</cp:revision>
  <cp:lastPrinted>2025-07-05T03:45:43Z</cp:lastPrinted>
  <dcterms:created xsi:type="dcterms:W3CDTF">2023-07-18T03:06:53Z</dcterms:created>
  <dcterms:modified xsi:type="dcterms:W3CDTF">2026-06-03T04:28:26Z</dcterms:modified>
</cp:coreProperties>
</file>